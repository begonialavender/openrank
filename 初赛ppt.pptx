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12.xml" ContentType="application/vnd.openxmlformats-officedocument.presentationml.slideLayout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13.xml" ContentType="application/vnd.openxmlformats-officedocument.presentationml.slideLayout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slideLayouts/slideLayout14.xml" ContentType="application/vnd.openxmlformats-officedocument.presentationml.slideLayout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slideLayouts/slideLayout15.xml" ContentType="application/vnd.openxmlformats-officedocument.presentationml.slideLayout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16.xml" ContentType="application/vnd.openxmlformats-officedocument.presentationml.slideLayout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7.xml" ContentType="application/vnd.openxmlformats-officedocument.presentationml.slideLayout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slideLayouts/slideLayout18.xml" ContentType="application/vnd.openxmlformats-officedocument.presentationml.slideLayout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slideLayouts/slideLayout19.xml" ContentType="application/vnd.openxmlformats-officedocument.presentationml.slideLayout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slideLayouts/slideLayout20.xml" ContentType="application/vnd.openxmlformats-officedocument.presentationml.slideLayout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slideLayouts/slideLayout21.xml" ContentType="application/vnd.openxmlformats-officedocument.presentationml.slideLayout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slideLayouts/slideLayout22.xml" ContentType="application/vnd.openxmlformats-officedocument.presentationml.slideLayout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slideLayouts/slideLayout23.xml" ContentType="application/vnd.openxmlformats-officedocument.presentationml.slideLayout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slideLayouts/slideLayout24.xml" ContentType="application/vnd.openxmlformats-officedocument.presentationml.slideLayout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slideLayouts/slideLayout25.xml" ContentType="application/vnd.openxmlformats-officedocument.presentationml.slideLayout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slideLayouts/slideLayout26.xml" ContentType="application/vnd.openxmlformats-officedocument.presentationml.slideLayout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slideLayouts/slideLayout27.xml" ContentType="application/vnd.openxmlformats-officedocument.presentationml.slideLayout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slideLayouts/slideLayout28.xml" ContentType="application/vnd.openxmlformats-officedocument.presentationml.slideLayout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slideLayouts/slideLayout29.xml" ContentType="application/vnd.openxmlformats-officedocument.presentationml.slideLayout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slideLayouts/slideLayout30.xml" ContentType="application/vnd.openxmlformats-officedocument.presentationml.slideLayout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slideLayouts/slideLayout31.xml" ContentType="application/vnd.openxmlformats-officedocument.presentationml.slideLayout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slideLayouts/slideLayout32.xml" ContentType="application/vnd.openxmlformats-officedocument.presentationml.slideLayout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slideLayouts/slideLayout33.xml" ContentType="application/vnd.openxmlformats-officedocument.presentationml.slideLayout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slideLayouts/slideLayout34.xml" ContentType="application/vnd.openxmlformats-officedocument.presentationml.slideLayout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slideLayouts/slideLayout35.xml" ContentType="application/vnd.openxmlformats-officedocument.presentationml.slideLayout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slideLayouts/slideLayout36.xml" ContentType="application/vnd.openxmlformats-officedocument.presentationml.slideLayout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slideLayouts/slideLayout37.xml" ContentType="application/vnd.openxmlformats-officedocument.presentationml.slideLayout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slides/slide2.xml" ContentType="application/vnd.openxmlformats-officedocument.presentationml.slide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slides/slide3.xml" ContentType="application/vnd.openxmlformats-officedocument.presentationml.slide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slides/slide4.xml" ContentType="application/vnd.openxmlformats-officedocument.presentationml.slide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slides/slide5.xml" ContentType="application/vnd.openxmlformats-officedocument.presentationml.slide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slides/slide6.xml" ContentType="application/vnd.openxmlformats-officedocument.presentationml.slide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slides/slide7.xml" ContentType="application/vnd.openxmlformats-officedocument.presentationml.slide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slides/slide8.xml" ContentType="application/vnd.openxmlformats-officedocument.presentationml.slide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slides/slide9.xml" ContentType="application/vnd.openxmlformats-officedocument.presentationml.slide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slides/slide10.xml" ContentType="application/vnd.openxmlformats-officedocument.presentationml.slide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slides/slide11.xml" ContentType="application/vnd.openxmlformats-officedocument.presentationml.slide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slides/slide12.xml" ContentType="application/vnd.openxmlformats-officedocument.presentationml.slide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slides/slide13.xml" ContentType="application/vnd.openxmlformats-officedocument.presentationml.slide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slides/slide14.xml" ContentType="application/vnd.openxmlformats-officedocument.presentationml.slide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slides/slide15.xml" ContentType="application/vnd.openxmlformats-officedocument.presentationml.slide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slides/slide16.xml" ContentType="application/vnd.openxmlformats-officedocument.presentationml.slide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slides/slide17.xml" ContentType="application/vnd.openxmlformats-officedocument.presentationml.slide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slides/slide18.xml" ContentType="application/vnd.openxmlformats-officedocument.presentationml.slide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slides/slide19.xml" ContentType="application/vnd.openxmlformats-officedocument.presentationml.slide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slides/slide20.xml" ContentType="application/vnd.openxmlformats-officedocument.presentationml.slide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852" r:id="rId1"/>
    <p:sldMasterId id="2147483853" r:id="rId2"/>
  </p:sldMasterIdLst>
  <p:notesMasterIdLst>
    <p:notesMasterId r:id="rId3"/>
  </p:notesMasterIdLst>
  <p:sldIdLst>
    <p:sldId id="349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</p:sldIdLst>
  <p:sldSz type="screen16x9" cy="6858000" cx="12192000"/>
  <p:notesSz cx="7103745" cy="10234295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tableStyles" Target="tableStyle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5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5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5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95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5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slideMaster" Target="../slideMasters/slideMaster2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Relationship Id="rId8" Type="http://schemas.openxmlformats.org/officeDocument/2006/relationships/tags" Target="../tags/tag34.xml"/><Relationship Id="rId9" Type="http://schemas.openxmlformats.org/officeDocument/2006/relationships/tags" Target="../tags/tag35.xml"/><Relationship Id="rId10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tags" Target="../tags/tag49.xml"/><Relationship Id="rId8" Type="http://schemas.openxmlformats.org/officeDocument/2006/relationships/tags" Target="../tags/tag50.xml"/><Relationship Id="rId9" Type="http://schemas.openxmlformats.org/officeDocument/2006/relationships/tags" Target="../tags/tag51.xml"/><Relationship Id="rId10" Type="http://schemas.openxmlformats.org/officeDocument/2006/relationships/tags" Target="../tags/tag52.xml"/><Relationship Id="rId11" Type="http://schemas.openxmlformats.org/officeDocument/2006/relationships/tags" Target="../tags/tag53.xml"/><Relationship Id="rId12" Type="http://schemas.openxmlformats.org/officeDocument/2006/relationships/tags" Target="../tags/tag54.xml"/><Relationship Id="rId13" Type="http://schemas.openxmlformats.org/officeDocument/2006/relationships/tags" Target="../tags/tag55.xml"/><Relationship Id="rId14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tags" Target="../tags/tag66.xml"/><Relationship Id="rId4" Type="http://schemas.openxmlformats.org/officeDocument/2006/relationships/tags" Target="../tags/tag67.xml"/><Relationship Id="rId5" Type="http://schemas.openxmlformats.org/officeDocument/2006/relationships/tags" Target="../tags/tag68.xml"/><Relationship Id="rId6" Type="http://schemas.openxmlformats.org/officeDocument/2006/relationships/tags" Target="../tags/tag69.xml"/><Relationship Id="rId7" Type="http://schemas.openxmlformats.org/officeDocument/2006/relationships/tags" Target="../tags/tag70.xml"/><Relationship Id="rId8" Type="http://schemas.openxmlformats.org/officeDocument/2006/relationships/tags" Target="../tags/tag71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tags" Target="../tags/tag77.xml"/><Relationship Id="rId7" Type="http://schemas.openxmlformats.org/officeDocument/2006/relationships/tags" Target="../tags/tag78.xml"/><Relationship Id="rId8" Type="http://schemas.openxmlformats.org/officeDocument/2006/relationships/tags" Target="../tags/tag79.xml"/><Relationship Id="rId9" Type="http://schemas.openxmlformats.org/officeDocument/2006/relationships/tags" Target="../tags/tag80.xml"/><Relationship Id="rId10" Type="http://schemas.openxmlformats.org/officeDocument/2006/relationships/tags" Target="../tags/tag81.xml"/><Relationship Id="rId11" Type="http://schemas.openxmlformats.org/officeDocument/2006/relationships/tags" Target="../tags/tag82.xml"/><Relationship Id="rId12" Type="http://schemas.openxmlformats.org/officeDocument/2006/relationships/tags" Target="../tags/tag83.xml"/><Relationship Id="rId13" Type="http://schemas.openxmlformats.org/officeDocument/2006/relationships/tags" Target="../tags/tag84.xml"/><Relationship Id="rId14" Type="http://schemas.openxmlformats.org/officeDocument/2006/relationships/tags" Target="../tags/tag85.xml"/><Relationship Id="rId15" Type="http://schemas.openxmlformats.org/officeDocument/2006/relationships/tags" Target="../tags/tag86.xml"/><Relationship Id="rId16" Type="http://schemas.openxmlformats.org/officeDocument/2006/relationships/tags" Target="../tags/tag87.xml"/><Relationship Id="rId17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tags" Target="../tags/tag91.xml"/><Relationship Id="rId5" Type="http://schemas.openxmlformats.org/officeDocument/2006/relationships/tags" Target="../tags/tag92.xml"/><Relationship Id="rId6" Type="http://schemas.openxmlformats.org/officeDocument/2006/relationships/tags" Target="../tags/tag93.xml"/><Relationship Id="rId7" Type="http://schemas.openxmlformats.org/officeDocument/2006/relationships/tags" Target="../tags/tag94.xml"/><Relationship Id="rId8" Type="http://schemas.openxmlformats.org/officeDocument/2006/relationships/tags" Target="../tags/tag95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tags" Target="../tags/tag101.xml"/><Relationship Id="rId7" Type="http://schemas.openxmlformats.org/officeDocument/2006/relationships/tags" Target="../tags/tag102.xml"/><Relationship Id="rId8" Type="http://schemas.openxmlformats.org/officeDocument/2006/relationships/tags" Target="../tags/tag103.xml"/><Relationship Id="rId9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tags" Target="../tags/tag104.xml"/><Relationship Id="rId2" Type="http://schemas.openxmlformats.org/officeDocument/2006/relationships/tags" Target="../tags/tag105.xml"/><Relationship Id="rId3" Type="http://schemas.openxmlformats.org/officeDocument/2006/relationships/tags" Target="../tags/tag106.xml"/><Relationship Id="rId4" Type="http://schemas.openxmlformats.org/officeDocument/2006/relationships/tags" Target="../tags/tag107.xml"/><Relationship Id="rId5" Type="http://schemas.openxmlformats.org/officeDocument/2006/relationships/tags" Target="../tags/tag108.xml"/><Relationship Id="rId6" Type="http://schemas.openxmlformats.org/officeDocument/2006/relationships/tags" Target="../tags/tag109.xml"/><Relationship Id="rId7" Type="http://schemas.openxmlformats.org/officeDocument/2006/relationships/tags" Target="../tags/tag110.xml"/><Relationship Id="rId8" Type="http://schemas.openxmlformats.org/officeDocument/2006/relationships/tags" Target="../tags/tag111.xml"/><Relationship Id="rId9" Type="http://schemas.openxmlformats.org/officeDocument/2006/relationships/tags" Target="../tags/tag112.xml"/><Relationship Id="rId10" Type="http://schemas.openxmlformats.org/officeDocument/2006/relationships/tags" Target="../tags/tag113.xml"/><Relationship Id="rId11" Type="http://schemas.openxmlformats.org/officeDocument/2006/relationships/tags" Target="../tags/tag114.xml"/><Relationship Id="rId12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tags" Target="../tags/tag115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tags" Target="../tags/tag122.xml"/><Relationship Id="rId9" Type="http://schemas.openxmlformats.org/officeDocument/2006/relationships/tags" Target="../tags/tag123.xml"/><Relationship Id="rId10" Type="http://schemas.openxmlformats.org/officeDocument/2006/relationships/tags" Target="../tags/tag124.xml"/><Relationship Id="rId1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tags" Target="../tags/tag125.xml"/><Relationship Id="rId2" Type="http://schemas.openxmlformats.org/officeDocument/2006/relationships/tags" Target="../tags/tag126.xml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tags" Target="../tags/tag130.xml"/><Relationship Id="rId7" Type="http://schemas.openxmlformats.org/officeDocument/2006/relationships/tags" Target="../tags/tag131.xml"/><Relationship Id="rId8" Type="http://schemas.openxmlformats.org/officeDocument/2006/relationships/tags" Target="../tags/tag132.xml"/><Relationship Id="rId9" Type="http://schemas.openxmlformats.org/officeDocument/2006/relationships/tags" Target="../tags/tag133.xml"/><Relationship Id="rId10" Type="http://schemas.openxmlformats.org/officeDocument/2006/relationships/tags" Target="../tags/tag134.xml"/><Relationship Id="rId11" Type="http://schemas.openxmlformats.org/officeDocument/2006/relationships/tags" Target="../tags/tag135.xml"/><Relationship Id="rId12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tags" Target="../tags/tag136.xml"/><Relationship Id="rId2" Type="http://schemas.openxmlformats.org/officeDocument/2006/relationships/tags" Target="../tags/tag137.xml"/><Relationship Id="rId3" Type="http://schemas.openxmlformats.org/officeDocument/2006/relationships/tags" Target="../tags/tag138.xml"/><Relationship Id="rId4" Type="http://schemas.openxmlformats.org/officeDocument/2006/relationships/tags" Target="../tags/tag139.xml"/><Relationship Id="rId5" Type="http://schemas.openxmlformats.org/officeDocument/2006/relationships/tags" Target="../tags/tag140.xml"/><Relationship Id="rId6" Type="http://schemas.openxmlformats.org/officeDocument/2006/relationships/tags" Target="../tags/tag141.xml"/><Relationship Id="rId7" Type="http://schemas.openxmlformats.org/officeDocument/2006/relationships/tags" Target="../tags/tag142.xml"/><Relationship Id="rId8" Type="http://schemas.openxmlformats.org/officeDocument/2006/relationships/tags" Target="../tags/tag143.xml"/><Relationship Id="rId9" Type="http://schemas.openxmlformats.org/officeDocument/2006/relationships/tags" Target="../tags/tag144.xml"/><Relationship Id="rId10" Type="http://schemas.openxmlformats.org/officeDocument/2006/relationships/tags" Target="../tags/tag145.xml"/><Relationship Id="rId11" Type="http://schemas.openxmlformats.org/officeDocument/2006/relationships/tags" Target="../tags/tag146.xml"/><Relationship Id="rId12" Type="http://schemas.openxmlformats.org/officeDocument/2006/relationships/tags" Target="../tags/tag147.xml"/><Relationship Id="rId13" Type="http://schemas.openxmlformats.org/officeDocument/2006/relationships/tags" Target="../tags/tag148.xml"/><Relationship Id="rId14" Type="http://schemas.openxmlformats.org/officeDocument/2006/relationships/tags" Target="../tags/tag149.xml"/><Relationship Id="rId15" Type="http://schemas.openxmlformats.org/officeDocument/2006/relationships/tags" Target="../tags/tag150.xml"/><Relationship Id="rId16" Type="http://schemas.openxmlformats.org/officeDocument/2006/relationships/tags" Target="../tags/tag151.xml"/><Relationship Id="rId17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tags" Target="../tags/tag152.xml"/><Relationship Id="rId2" Type="http://schemas.openxmlformats.org/officeDocument/2006/relationships/tags" Target="../tags/tag153.xml"/><Relationship Id="rId3" Type="http://schemas.openxmlformats.org/officeDocument/2006/relationships/tags" Target="../tags/tag154.xml"/><Relationship Id="rId4" Type="http://schemas.openxmlformats.org/officeDocument/2006/relationships/tags" Target="../tags/tag155.xml"/><Relationship Id="rId5" Type="http://schemas.openxmlformats.org/officeDocument/2006/relationships/tags" Target="../tags/tag156.xml"/><Relationship Id="rId6" Type="http://schemas.openxmlformats.org/officeDocument/2006/relationships/tags" Target="../tags/tag157.xml"/><Relationship Id="rId7" Type="http://schemas.openxmlformats.org/officeDocument/2006/relationships/tags" Target="../tags/tag158.xml"/><Relationship Id="rId8" Type="http://schemas.openxmlformats.org/officeDocument/2006/relationships/tags" Target="../tags/tag159.xml"/><Relationship Id="rId9" Type="http://schemas.openxmlformats.org/officeDocument/2006/relationships/tags" Target="../tags/tag160.xml"/><Relationship Id="rId10" Type="http://schemas.openxmlformats.org/officeDocument/2006/relationships/tags" Target="../tags/tag161.xml"/><Relationship Id="rId11" Type="http://schemas.openxmlformats.org/officeDocument/2006/relationships/tags" Target="../tags/tag162.xml"/><Relationship Id="rId12" Type="http://schemas.openxmlformats.org/officeDocument/2006/relationships/tags" Target="../tags/tag163.xml"/><Relationship Id="rId13" Type="http://schemas.openxmlformats.org/officeDocument/2006/relationships/tags" Target="../tags/tag164.xml"/><Relationship Id="rId14" Type="http://schemas.openxmlformats.org/officeDocument/2006/relationships/tags" Target="../tags/tag165.xml"/><Relationship Id="rId15" Type="http://schemas.openxmlformats.org/officeDocument/2006/relationships/tags" Target="../tags/tag166.xml"/><Relationship Id="rId16" Type="http://schemas.openxmlformats.org/officeDocument/2006/relationships/tags" Target="../tags/tag167.xml"/><Relationship Id="rId17" Type="http://schemas.openxmlformats.org/officeDocument/2006/relationships/tags" Target="../tags/tag168.xml"/><Relationship Id="rId18" Type="http://schemas.openxmlformats.org/officeDocument/2006/relationships/tags" Target="../tags/tag169.xml"/><Relationship Id="rId19" Type="http://schemas.openxmlformats.org/officeDocument/2006/relationships/tags" Target="../tags/tag170.xml"/><Relationship Id="rId20" Type="http://schemas.openxmlformats.org/officeDocument/2006/relationships/tags" Target="../tags/tag171.xml"/><Relationship Id="rId21" Type="http://schemas.openxmlformats.org/officeDocument/2006/relationships/tags" Target="../tags/tag172.xml"/><Relationship Id="rId22" Type="http://schemas.openxmlformats.org/officeDocument/2006/relationships/tags" Target="../tags/tag173.xml"/><Relationship Id="rId23" Type="http://schemas.openxmlformats.org/officeDocument/2006/relationships/tags" Target="../tags/tag174.xml"/><Relationship Id="rId24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tags" Target="../tags/tag179.xml"/><Relationship Id="rId6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tags" Target="../tags/tag180.xml"/><Relationship Id="rId2" Type="http://schemas.openxmlformats.org/officeDocument/2006/relationships/tags" Target="../tags/tag181.xml"/><Relationship Id="rId3" Type="http://schemas.openxmlformats.org/officeDocument/2006/relationships/tags" Target="../tags/tag182.xml"/><Relationship Id="rId4" Type="http://schemas.openxmlformats.org/officeDocument/2006/relationships/tags" Target="../tags/tag183.xml"/><Relationship Id="rId5" Type="http://schemas.openxmlformats.org/officeDocument/2006/relationships/tags" Target="../tags/tag184.xml"/><Relationship Id="rId6" Type="http://schemas.openxmlformats.org/officeDocument/2006/relationships/tags" Target="../tags/tag185.xml"/><Relationship Id="rId7" Type="http://schemas.openxmlformats.org/officeDocument/2006/relationships/image" Target="../media/image1.png"/><Relationship Id="rId8" Type="http://schemas.openxmlformats.org/officeDocument/2006/relationships/slideMaster" Target="../slideMasters/slideMaster2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tags" Target="../tags/tag192.xml"/><Relationship Id="rId2" Type="http://schemas.openxmlformats.org/officeDocument/2006/relationships/tags" Target="../tags/tag193.xml"/><Relationship Id="rId3" Type="http://schemas.openxmlformats.org/officeDocument/2006/relationships/tags" Target="../tags/tag194.xml"/><Relationship Id="rId4" Type="http://schemas.openxmlformats.org/officeDocument/2006/relationships/tags" Target="../tags/tag195.xml"/><Relationship Id="rId5" Type="http://schemas.openxmlformats.org/officeDocument/2006/relationships/tags" Target="../tags/tag196.xml"/><Relationship Id="rId6" Type="http://schemas.openxmlformats.org/officeDocument/2006/relationships/tags" Target="../tags/tag197.xml"/><Relationship Id="rId7" Type="http://schemas.openxmlformats.org/officeDocument/2006/relationships/tags" Target="../tags/tag198.xml"/><Relationship Id="rId8" Type="http://schemas.openxmlformats.org/officeDocument/2006/relationships/tags" Target="../tags/tag199.xml"/><Relationship Id="rId9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tags" Target="../tags/tag200.xml"/><Relationship Id="rId2" Type="http://schemas.openxmlformats.org/officeDocument/2006/relationships/tags" Target="../tags/tag201.xml"/><Relationship Id="rId3" Type="http://schemas.openxmlformats.org/officeDocument/2006/relationships/tags" Target="../tags/tag202.xml"/><Relationship Id="rId4" Type="http://schemas.openxmlformats.org/officeDocument/2006/relationships/tags" Target="../tags/tag203.xml"/><Relationship Id="rId5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tags" Target="../tags/tag204.xml"/><Relationship Id="rId2" Type="http://schemas.openxmlformats.org/officeDocument/2006/relationships/tags" Target="../tags/tag205.xml"/><Relationship Id="rId3" Type="http://schemas.openxmlformats.org/officeDocument/2006/relationships/tags" Target="../tags/tag206.xml"/><Relationship Id="rId4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tags" Target="../tags/tag207.x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tags" Target="../tags/tag211.xml"/><Relationship Id="rId2" Type="http://schemas.openxmlformats.org/officeDocument/2006/relationships/tags" Target="../tags/tag212.xml"/><Relationship Id="rId3" Type="http://schemas.openxmlformats.org/officeDocument/2006/relationships/tags" Target="../tags/tag213.xml"/><Relationship Id="rId4" Type="http://schemas.openxmlformats.org/officeDocument/2006/relationships/tags" Target="../tags/tag214.xml"/><Relationship Id="rId5" Type="http://schemas.openxmlformats.org/officeDocument/2006/relationships/tags" Target="../tags/tag215.xml"/><Relationship Id="rId6" Type="http://schemas.openxmlformats.org/officeDocument/2006/relationships/slideMaster" Target="../slideMasters/slideMaster2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tags" Target="../tags/tag216.xml"/><Relationship Id="rId2" Type="http://schemas.openxmlformats.org/officeDocument/2006/relationships/tags" Target="../tags/tag217.xml"/><Relationship Id="rId3" Type="http://schemas.openxmlformats.org/officeDocument/2006/relationships/tags" Target="../tags/tag218.xml"/><Relationship Id="rId4" Type="http://schemas.openxmlformats.org/officeDocument/2006/relationships/image" Target="../media/image2.png"/><Relationship Id="rId5" Type="http://schemas.openxmlformats.org/officeDocument/2006/relationships/tags" Target="../tags/tag219.xml"/><Relationship Id="rId6" Type="http://schemas.openxmlformats.org/officeDocument/2006/relationships/image" Target="../media/image3.png"/><Relationship Id="rId7" Type="http://schemas.openxmlformats.org/officeDocument/2006/relationships/tags" Target="../tags/tag220.xml"/><Relationship Id="rId8" Type="http://schemas.openxmlformats.org/officeDocument/2006/relationships/tags" Target="../tags/tag221.xml"/><Relationship Id="rId9" Type="http://schemas.openxmlformats.org/officeDocument/2006/relationships/tags" Target="../tags/tag222.xml"/><Relationship Id="rId10" Type="http://schemas.openxmlformats.org/officeDocument/2006/relationships/tags" Target="../tags/tag223.xml"/><Relationship Id="rId11" Type="http://schemas.openxmlformats.org/officeDocument/2006/relationships/slideMaster" Target="../slideMasters/slideMaster2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tags" Target="../tags/tag224.xml"/><Relationship Id="rId2" Type="http://schemas.openxmlformats.org/officeDocument/2006/relationships/image" Target="../media/image4.png"/><Relationship Id="rId3" Type="http://schemas.openxmlformats.org/officeDocument/2006/relationships/tags" Target="../tags/tag225.xml"/><Relationship Id="rId4" Type="http://schemas.openxmlformats.org/officeDocument/2006/relationships/tags" Target="../tags/tag226.xml"/><Relationship Id="rId5" Type="http://schemas.openxmlformats.org/officeDocument/2006/relationships/slideMaster" Target="../slideMasters/slideMaster2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tags" Target="../tags/tag227.xml"/><Relationship Id="rId2" Type="http://schemas.openxmlformats.org/officeDocument/2006/relationships/image" Target="../media/image5.png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slideMaster" Target="../slideMasters/slideMaster2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tags" Target="../tags/tag230.xml"/><Relationship Id="rId2" Type="http://schemas.openxmlformats.org/officeDocument/2006/relationships/tags" Target="../tags/tag231.xml"/><Relationship Id="rId3" Type="http://schemas.openxmlformats.org/officeDocument/2006/relationships/tags" Target="../tags/tag232.xml"/><Relationship Id="rId4" Type="http://schemas.openxmlformats.org/officeDocument/2006/relationships/tags" Target="../tags/tag233.xml"/><Relationship Id="rId5" Type="http://schemas.openxmlformats.org/officeDocument/2006/relationships/tags" Target="../tags/tag234.xml"/><Relationship Id="rId6" Type="http://schemas.openxmlformats.org/officeDocument/2006/relationships/tags" Target="../tags/tag235.xml"/><Relationship Id="rId7" Type="http://schemas.openxmlformats.org/officeDocument/2006/relationships/tags" Target="../tags/tag236.xml"/><Relationship Id="rId8" Type="http://schemas.openxmlformats.org/officeDocument/2006/relationships/tags" Target="../tags/tag237.xml"/><Relationship Id="rId9" Type="http://schemas.openxmlformats.org/officeDocument/2006/relationships/tags" Target="../tags/tag238.xml"/><Relationship Id="rId10" Type="http://schemas.openxmlformats.org/officeDocument/2006/relationships/tags" Target="../tags/tag239.xml"/><Relationship Id="rId11" Type="http://schemas.openxmlformats.org/officeDocument/2006/relationships/tags" Target="../tags/tag240.xml"/><Relationship Id="rId12" Type="http://schemas.openxmlformats.org/officeDocument/2006/relationships/tags" Target="../tags/tag241.xml"/><Relationship Id="rId13" Type="http://schemas.openxmlformats.org/officeDocument/2006/relationships/tags" Target="../tags/tag242.xml"/><Relationship Id="rId14" Type="http://schemas.openxmlformats.org/officeDocument/2006/relationships/tags" Target="../tags/tag243.xml"/><Relationship Id="rId15" Type="http://schemas.openxmlformats.org/officeDocument/2006/relationships/tags" Target="../tags/tag244.xml"/><Relationship Id="rId16" Type="http://schemas.openxmlformats.org/officeDocument/2006/relationships/tags" Target="../tags/tag245.xml"/><Relationship Id="rId17" Type="http://schemas.openxmlformats.org/officeDocument/2006/relationships/tags" Target="../tags/tag246.xml"/><Relationship Id="rId18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1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932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8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939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944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5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946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947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3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934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indent="0" marL="0">
              <a:buNone/>
              <a:defRPr sz="2800"/>
            </a:lvl1pPr>
            <a:lvl2pPr indent="0" marL="457200">
              <a:buNone/>
              <a:defRPr sz="2400"/>
            </a:lvl2pPr>
            <a:lvl3pPr indent="0" marL="914400">
              <a:buNone/>
              <a:defRPr sz="2000"/>
            </a:lvl3pPr>
            <a:lvl4pPr indent="0" marL="1371600">
              <a:buNone/>
              <a:defRPr sz="1800"/>
            </a:lvl4pPr>
            <a:lvl5pPr indent="0" marL="1828800">
              <a:buNone/>
              <a:defRPr sz="1800"/>
            </a:lvl5pPr>
            <a:lvl6pPr indent="0" marL="2286000">
              <a:buNone/>
              <a:defRPr sz="1800"/>
            </a:lvl6pPr>
            <a:lvl7pPr indent="0" marL="2743200">
              <a:buNone/>
              <a:defRPr sz="1800"/>
            </a:lvl7pPr>
            <a:lvl8pPr indent="0" marL="3200400">
              <a:buNone/>
              <a:defRPr sz="1800"/>
            </a:lvl8pPr>
            <a:lvl9pPr indent="0" marL="3657600">
              <a:buNone/>
              <a:defRPr sz="18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935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9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indent="0" marL="0">
              <a:buNone/>
              <a:defRPr sz="2800"/>
            </a:lvl1pPr>
            <a:lvl2pPr indent="0" marL="457200">
              <a:buNone/>
              <a:defRPr sz="2400"/>
            </a:lvl2pPr>
            <a:lvl3pPr indent="0" marL="914400">
              <a:buNone/>
              <a:defRPr sz="2000"/>
            </a:lvl3pPr>
            <a:lvl4pPr indent="0" marL="1371600">
              <a:buNone/>
              <a:defRPr sz="1800"/>
            </a:lvl4pPr>
            <a:lvl5pPr indent="0" marL="1828800">
              <a:buNone/>
              <a:defRPr sz="1800"/>
            </a:lvl5pPr>
            <a:lvl6pPr indent="0" marL="2286000">
              <a:buNone/>
              <a:defRPr sz="1800"/>
            </a:lvl6pPr>
            <a:lvl7pPr indent="0" marL="2743200">
              <a:buNone/>
              <a:defRPr sz="1800"/>
            </a:lvl7pPr>
            <a:lvl8pPr indent="0" marL="3200400">
              <a:buNone/>
              <a:defRPr sz="1800"/>
            </a:lvl8pPr>
            <a:lvl9pPr indent="0" marL="3657600">
              <a:buNone/>
              <a:defRPr sz="18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937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9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950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951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版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0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94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Only">
  <p:cSld name="内容"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8">
    <p:bg>
      <p:bgRef idx="1001">
        <a:schemeClr val="bg1"/>
      </p:bgRef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10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811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12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813" name="装饰  0"/>
          <p:cNvSpPr>
            <a:spLocks noGrp="1"/>
          </p:cNvSpPr>
          <p:nvPr>
            <p:ph type="body" idx="16392" hasCustomPrompt="1"/>
            <p:custDataLst>
              <p:tags r:id="rId5"/>
            </p:custDataLst>
          </p:nvPr>
        </p:nvSpPr>
        <p:spPr>
          <a:xfrm>
            <a:off x="6096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814" name="图片占位符 11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15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35560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816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817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43688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818" name="图片占位符 16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43688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19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73600" y="35560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820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821" name="装饰  9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1280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822" name="图片占位符 20"/>
          <p:cNvSpPr>
            <a:spLocks noGrp="1"/>
          </p:cNvSpPr>
          <p:nvPr>
            <p:ph type="pic" idx="16397" hasCustomPrompt="1"/>
            <p:custDataLst>
              <p:tags r:id="rId14"/>
            </p:custDataLst>
          </p:nvPr>
        </p:nvSpPr>
        <p:spPr>
          <a:xfrm>
            <a:off x="81280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23" name="文本占位符 21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8432800" y="35560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824" name="文本占位符 22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3">
    <p:bg>
      <p:bgRef idx="1001">
        <a:schemeClr val="bg1"/>
      </p:bgRef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93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794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95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796" name="图片占位符 10"/>
          <p:cNvSpPr>
            <a:spLocks noGrp="1"/>
          </p:cNvSpPr>
          <p:nvPr>
            <p:ph type="pic" idx="16390" hasCustomPrompt="1"/>
            <p:custDataLst>
              <p:tags r:id="rId5"/>
            </p:custDataLst>
          </p:nvPr>
        </p:nvSpPr>
        <p:spPr>
          <a:xfrm>
            <a:off x="20320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97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4495800"/>
            <a:ext cx="5181600" cy="406400"/>
          </a:xfrm>
          <a:noFill/>
        </p:spPr>
        <p:txBody>
          <a:bodyPr anchor="t" bIns="0" lIns="0" rIns="0" tIns="0">
            <a:normAutofit/>
          </a:bodyPr>
          <a:lstStyle>
            <a:lvl1pPr algn="ctr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798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054600"/>
            <a:ext cx="5181600" cy="914400"/>
          </a:xfrm>
          <a:noFill/>
        </p:spPr>
        <p:txBody>
          <a:bodyPr anchor="t" bIns="0" lIns="0" rIns="0" tIns="0">
            <a:normAutofit/>
          </a:bodyPr>
          <a:lstStyle>
            <a:lvl1pPr algn="ctr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799" name="图片占位符 14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78232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00" name="文本占位符 15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400800" y="4495800"/>
            <a:ext cx="5181600" cy="406400"/>
          </a:xfrm>
          <a:noFill/>
        </p:spPr>
        <p:txBody>
          <a:bodyPr anchor="t" bIns="0" lIns="0" rIns="0" tIns="0">
            <a:normAutofit/>
          </a:bodyPr>
          <a:lstStyle>
            <a:lvl1pPr algn="ctr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801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400800" y="5054600"/>
            <a:ext cx="5181600" cy="914400"/>
          </a:xfrm>
          <a:noFill/>
        </p:spPr>
        <p:txBody>
          <a:bodyPr anchor="t" bIns="0" lIns="0" rIns="0" tIns="0">
            <a:normAutofit/>
          </a:bodyPr>
          <a:lstStyle>
            <a:lvl1pPr algn="ctr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2">
    <p:bg>
      <p:bgRef idx="1001">
        <a:schemeClr val="bg1"/>
      </p:bgRef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627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628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9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3784600"/>
            <a:ext cx="3429000" cy="12192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630" name="内容占位符 10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" y="609600"/>
            <a:ext cx="10972800" cy="2641600"/>
          </a:xfrm>
          <a:custGeom>
            <a:avLst/>
            <a:gdLst>
              <a:gd name="connisteX0" fmla="*/ 0 w 10972800"/>
              <a:gd name="connsiteY0" fmla="*/ 203200 h 2641600"/>
              <a:gd name="connisteX1" fmla="*/ 203200 w 10972800"/>
              <a:gd name="connsiteY1" fmla="*/ 0 h 2641600"/>
              <a:gd name="connisteX2" fmla="*/ 10769600 w 10972800"/>
              <a:gd name="connsiteY2" fmla="*/ 0 h 2641600"/>
              <a:gd name="connisteX3" fmla="*/ 10972800 w 10972800"/>
              <a:gd name="connsiteY3" fmla="*/ 203200 h 2641600"/>
              <a:gd name="connisteX4" fmla="*/ 10972800 w 10972800"/>
              <a:gd name="connsiteY4" fmla="*/ 2438400 h 2641600"/>
              <a:gd name="connisteX5" fmla="*/ 10769600 w 10972800"/>
              <a:gd name="connsiteY5" fmla="*/ 2641600 h 2641600"/>
              <a:gd name="connisteX6" fmla="*/ 203200 w 10972800"/>
              <a:gd name="connsiteY6" fmla="*/ 2641600 h 2641600"/>
              <a:gd name="connisteX7" fmla="*/ 0 w 10972800"/>
              <a:gd name="connsiteY7" fmla="*/ 2438400 h 2641600"/>
              <a:gd name="connisteX8" fmla="*/ 0 w 109728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109728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38400"/>
                </a:lnTo>
                <a:cubicBezTo>
                  <a:pt x="10972800" y="2550624"/>
                  <a:pt x="10881824" y="2641600"/>
                  <a:pt x="107696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31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4648200" y="3860800"/>
            <a:ext cx="31623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32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4648200" y="4419600"/>
            <a:ext cx="3162300" cy="18288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633" name="文本占位符 1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420100" y="3860800"/>
            <a:ext cx="31623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34" name="文本占位符 1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420100" y="4419600"/>
            <a:ext cx="3162300" cy="18288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2">
    <p:bg>
      <p:bgRef idx="1001">
        <a:schemeClr val="bg1"/>
      </p:bgRef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653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654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55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4089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656" name="内容占位符 10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609600"/>
            <a:ext cx="10972800" cy="2946400"/>
          </a:xfrm>
          <a:custGeom>
            <a:avLst/>
            <a:gdLst>
              <a:gd name="connisteX0" fmla="*/ 0 w 10972800"/>
              <a:gd name="connsiteY0" fmla="*/ 203200 h 2946400"/>
              <a:gd name="connisteX1" fmla="*/ 203200 w 10972800"/>
              <a:gd name="connsiteY1" fmla="*/ 0 h 2946400"/>
              <a:gd name="connisteX2" fmla="*/ 10769600 w 10972800"/>
              <a:gd name="connsiteY2" fmla="*/ 0 h 2946400"/>
              <a:gd name="connisteX3" fmla="*/ 10972800 w 10972800"/>
              <a:gd name="connsiteY3" fmla="*/ 203200 h 2946400"/>
              <a:gd name="connisteX4" fmla="*/ 10972800 w 10972800"/>
              <a:gd name="connsiteY4" fmla="*/ 2743200 h 2946400"/>
              <a:gd name="connisteX5" fmla="*/ 10769600 w 10972800"/>
              <a:gd name="connsiteY5" fmla="*/ 2946400 h 2946400"/>
              <a:gd name="connisteX6" fmla="*/ 203200 w 10972800"/>
              <a:gd name="connsiteY6" fmla="*/ 2946400 h 2946400"/>
              <a:gd name="connisteX7" fmla="*/ 0 w 10972800"/>
              <a:gd name="connsiteY7" fmla="*/ 2743200 h 2946400"/>
              <a:gd name="connisteX8" fmla="*/ 0 w 109728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109728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43200"/>
                </a:lnTo>
                <a:cubicBezTo>
                  <a:pt x="10972800" y="2855424"/>
                  <a:pt x="10881824" y="2946400"/>
                  <a:pt x="107696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57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5080000"/>
            <a:ext cx="10972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58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6388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6"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601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602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3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604" name="内容占位符 10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05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4470400"/>
            <a:ext cx="34544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06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029200"/>
            <a:ext cx="3454400" cy="12192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607" name="内容占位符 14"/>
          <p:cNvSpPr>
            <a:spLocks noGrp="1"/>
          </p:cNvSpPr>
          <p:nvPr>
            <p:ph idx="16393" hasCustomPrompt="1"/>
            <p:custDataLst>
              <p:tags r:id="rId8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08" name="文本占位符 15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4470400"/>
            <a:ext cx="34544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09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368800" y="5029200"/>
            <a:ext cx="3454400" cy="12192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610" name="内容占位符 17"/>
          <p:cNvSpPr>
            <a:spLocks noGrp="1"/>
          </p:cNvSpPr>
          <p:nvPr>
            <p:ph idx="16394" hasCustomPrompt="1"/>
            <p:custDataLst>
              <p:tags r:id="rId11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11" name="文本占位符 18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4470400"/>
            <a:ext cx="34544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12" name="文本占位符 19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128000" y="5029200"/>
            <a:ext cx="3454400" cy="12192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2">
    <p:bg>
      <p:bgRef idx="1001">
        <a:schemeClr val="bg1"/>
      </p:bgRef>
    </p:bg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4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905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906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907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908" name="内容占位符 10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30988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909" name="装饰  1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09600" y="1524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910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1524000"/>
            <a:ext cx="108204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911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2032000"/>
            <a:ext cx="108204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9">
    <p:bg>
      <p:bgRef idx="1001">
        <a:schemeClr val="bg1"/>
      </p:bgRef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641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642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3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5842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644" name="内容占位符 10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75184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45" name="装饰  1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842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46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041400" y="2844800"/>
            <a:ext cx="6019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47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041400" y="3403600"/>
            <a:ext cx="6019800" cy="15240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单击此处添加正文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bg>
      <p:bgRef idx="1001">
        <a:schemeClr val="bg1"/>
      </p:bgRef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29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730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31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732" name="装饰  0"/>
          <p:cNvSpPr>
            <a:spLocks noGrp="1"/>
          </p:cNvSpPr>
          <p:nvPr>
            <p:ph type="body" idx="16392" hasCustomPrompt="1"/>
            <p:custDataLst>
              <p:tags r:id="rId5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33" name="图片占位符 11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3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73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73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37" name="图片占位符 16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3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73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740" name="装饰  9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41" name="图片占位符 20"/>
          <p:cNvSpPr>
            <a:spLocks noGrp="1"/>
          </p:cNvSpPr>
          <p:nvPr>
            <p:ph type="pic" idx="16397" hasCustomPrompt="1"/>
            <p:custDataLst>
              <p:tags r:id="rId14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42" name="文本占位符 21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743" name="文本占位符 22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2">
    <p:bg>
      <p:bgRef idx="1001">
        <a:schemeClr val="bg1"/>
      </p:bgRef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17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718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19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720" name="内容占位符 10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15240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21" name="装饰  1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22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5130800"/>
            <a:ext cx="108204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723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5638800"/>
            <a:ext cx="108204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58">
    <p:bg>
      <p:bgRef idx="1001">
        <a:schemeClr val="bg1"/>
      </p:bgRef>
    </p:bg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84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885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86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8153400" y="533400"/>
            <a:ext cx="3429000" cy="12192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887" name="内容占位符 10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888" name="装饰  1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8153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889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8305800" y="4521200"/>
            <a:ext cx="32766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890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8305800" y="5029200"/>
            <a:ext cx="3276600" cy="12192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583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4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5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586" name="内容占位符 10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587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588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589" name="文本占位符 1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590" name="文本占位符 1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591" name="文本占位符 16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592" name="文本占位符 17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8">
    <p:bg>
      <p:bgRef idx="1001">
        <a:schemeClr val="bg1"/>
      </p:bgRef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77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778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79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780" name="内容占位符 10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" y="1524000"/>
            <a:ext cx="3581400" cy="4724400"/>
          </a:xfrm>
          <a:custGeom>
            <a:avLst/>
            <a:gdLst>
              <a:gd name="connisteX0" fmla="*/ 0 w 3581400"/>
              <a:gd name="connsiteY0" fmla="*/ 203200 h 4724400"/>
              <a:gd name="connisteX1" fmla="*/ 203200 w 3581400"/>
              <a:gd name="connsiteY1" fmla="*/ 0 h 4724400"/>
              <a:gd name="connisteX2" fmla="*/ 3581400 w 3581400"/>
              <a:gd name="connsiteY2" fmla="*/ 0 h 4724400"/>
              <a:gd name="connisteX3" fmla="*/ 3581400 w 3581400"/>
              <a:gd name="connsiteY3" fmla="*/ 4724400 h 4724400"/>
              <a:gd name="connisteX4" fmla="*/ 203200 w 3581400"/>
              <a:gd name="connsiteY4" fmla="*/ 4724400 h 4724400"/>
              <a:gd name="connisteX5" fmla="*/ 0 w 3581400"/>
              <a:gd name="connsiteY5" fmla="*/ 4521200 h 4724400"/>
              <a:gd name="connisteX6" fmla="*/ 0 w 358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58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81400" y="0"/>
                </a:lnTo>
                <a:lnTo>
                  <a:pt x="358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81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4191000" y="1524000"/>
            <a:ext cx="7391400" cy="4724400"/>
          </a:xfrm>
          <a:custGeom>
            <a:avLst/>
            <a:gdLst>
              <a:gd name="connisteX0" fmla="*/ 0 w 7391400"/>
              <a:gd name="connsiteY0" fmla="*/ 0 h 4724400"/>
              <a:gd name="connisteX1" fmla="*/ 7188200 w 7391400"/>
              <a:gd name="connsiteY1" fmla="*/ 0 h 4724400"/>
              <a:gd name="connisteX2" fmla="*/ 7391400 w 7391400"/>
              <a:gd name="connsiteY2" fmla="*/ 203200 h 4724400"/>
              <a:gd name="connisteX3" fmla="*/ 7391400 w 7391400"/>
              <a:gd name="connsiteY3" fmla="*/ 4521200 h 4724400"/>
              <a:gd name="connisteX4" fmla="*/ 7188200 w 7391400"/>
              <a:gd name="connsiteY4" fmla="*/ 4724400 h 4724400"/>
              <a:gd name="connisteX5" fmla="*/ 0 w 7391400"/>
              <a:gd name="connsiteY5" fmla="*/ 4724400 h 4724400"/>
              <a:gd name="connisteX6" fmla="*/ 0 w 739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7391400" h="4724400">
                <a:moveTo>
                  <a:pt x="0" y="0"/>
                </a:moveTo>
                <a:lnTo>
                  <a:pt x="7188200" y="0"/>
                </a:lnTo>
                <a:cubicBezTo>
                  <a:pt x="7300424" y="0"/>
                  <a:pt x="7391400" y="90976"/>
                  <a:pt x="7391400" y="203200"/>
                </a:cubicBezTo>
                <a:lnTo>
                  <a:pt x="7391400" y="4521200"/>
                </a:lnTo>
                <a:cubicBezTo>
                  <a:pt x="7391400" y="4633424"/>
                  <a:pt x="7300424" y="4724400"/>
                  <a:pt x="718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82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2108200"/>
            <a:ext cx="64770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783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2667000"/>
            <a:ext cx="6477000" cy="914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784" name="文本占位符 15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48200" y="4191000"/>
            <a:ext cx="64770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785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48200" y="4749800"/>
            <a:ext cx="6477000" cy="914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70">
    <p:bg>
      <p:bgRef idx="1001">
        <a:schemeClr val="bg1"/>
      </p:bgRef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57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758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59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760" name="内容占位符 10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61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62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2794000"/>
            <a:ext cx="47244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763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3302000"/>
            <a:ext cx="4724400" cy="914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764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765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62000" y="4826000"/>
            <a:ext cx="47244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766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62000" y="5334000"/>
            <a:ext cx="4724400" cy="914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">
    <p:bg>
      <p:bgRef idx="1001">
        <a:schemeClr val="bg1"/>
      </p:bgRef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41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842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43" name="标题 9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36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单击此处添加标题</a:t>
            </a:r>
            <a:endParaRPr altLang="en-US" lang="zh-CN"/>
          </a:p>
        </p:txBody>
      </p:sp>
      <p:sp>
        <p:nvSpPr>
          <p:cNvPr id="1048844" name="装饰  0"/>
          <p:cNvSpPr>
            <a:spLocks noGrp="1"/>
          </p:cNvSpPr>
          <p:nvPr>
            <p:ph type="body" idx="16392" hasCustomPrompt="1"/>
            <p:custDataLst>
              <p:tags r:id="rId5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845" name="图片占位符 11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46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847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848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849" name="图片占位符 16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50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851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  <p:sp>
        <p:nvSpPr>
          <p:cNvPr id="1048852" name="装饰  9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853" name="图片占位符 20"/>
          <p:cNvSpPr>
            <a:spLocks noGrp="1"/>
          </p:cNvSpPr>
          <p:nvPr>
            <p:ph type="pic" idx="16397" hasCustomPrompt="1"/>
            <p:custDataLst>
              <p:tags r:id="rId14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54" name="文本占位符 21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项标题</a:t>
            </a:r>
            <a:endParaRPr altLang="en-US" lang="zh-CN" smtClean="0"/>
          </a:p>
        </p:txBody>
      </p:sp>
      <p:sp>
        <p:nvSpPr>
          <p:cNvPr id="1048855" name="文本占位符 22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anchor="t" bIns="0" lIns="0" rIns="0" tIns="0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16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单击此处添加项正文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672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673" name="日期占位符 7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74" name="副标题 9"/>
          <p:cNvSpPr>
            <a:spLocks noGrp="1"/>
          </p:cNvSpPr>
          <p:nvPr>
            <p:ph type="subTitle" idx="16386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anchor="t" bIns="0" lIns="0" rIns="0" tIns="0">
            <a:normAutofit/>
          </a:bodyPr>
          <a:lstStyle>
            <a:lvl1pPr algn="ctr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CONTENTS</a:t>
            </a:r>
            <a:endParaRPr altLang="en-US" lang="zh-CN"/>
          </a:p>
        </p:txBody>
      </p:sp>
      <p:sp>
        <p:nvSpPr>
          <p:cNvPr id="1048675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anchor="t" bIns="0" lIns="0" rIns="0" tIns="0">
            <a:normAutofit/>
          </a:bodyPr>
          <a:lstStyle>
            <a:lvl1pPr algn="ctr" indent="0" marL="0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b="1" sz="48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目录</a:t>
            </a:r>
            <a:endParaRPr altLang="en-US" lang="zh-CN"/>
          </a:p>
        </p:txBody>
      </p:sp>
      <p:sp>
        <p:nvSpPr>
          <p:cNvPr id="1048676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 smtClean="0"/>
              <a:t>01</a:t>
            </a:r>
            <a:endParaRPr altLang="en-US" lang="zh-CN" smtClean="0"/>
          </a:p>
        </p:txBody>
      </p:sp>
      <p:sp>
        <p:nvSpPr>
          <p:cNvPr id="1048677" name="装饰  3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78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79" name="文本占位符 15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 smtClean="0"/>
              <a:t>02</a:t>
            </a:r>
            <a:endParaRPr altLang="en-US" lang="zh-CN" smtClean="0"/>
          </a:p>
        </p:txBody>
      </p:sp>
      <p:sp>
        <p:nvSpPr>
          <p:cNvPr id="1048680" name="装饰  6"/>
          <p:cNvSpPr>
            <a:spLocks noGrp="1"/>
          </p:cNvSpPr>
          <p:nvPr>
            <p:ph type="body" idx="16400" hasCustomPrompt="1"/>
            <p:custDataLst>
              <p:tags r:id="rId10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81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82" name="文本占位符 18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 smtClean="0"/>
              <a:t>03</a:t>
            </a:r>
            <a:endParaRPr altLang="en-US" lang="zh-CN" smtClean="0"/>
          </a:p>
        </p:txBody>
      </p:sp>
      <p:sp>
        <p:nvSpPr>
          <p:cNvPr id="1048683" name="装饰  9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84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85" name="文本占位符 21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 smtClean="0"/>
              <a:t>04</a:t>
            </a:r>
            <a:endParaRPr altLang="en-US" lang="zh-CN" smtClean="0"/>
          </a:p>
        </p:txBody>
      </p:sp>
      <p:sp>
        <p:nvSpPr>
          <p:cNvPr id="1048686" name="装饰  2"/>
          <p:cNvSpPr>
            <a:spLocks noGrp="1"/>
          </p:cNvSpPr>
          <p:nvPr>
            <p:ph type="body" idx="16402" hasCustomPrompt="1"/>
            <p:custDataLst>
              <p:tags r:id="rId16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87" name="文本占位符 23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88" name="文本占位符 24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 smtClean="0"/>
              <a:t>05</a:t>
            </a:r>
            <a:endParaRPr altLang="en-US" lang="zh-CN" smtClean="0"/>
          </a:p>
        </p:txBody>
      </p:sp>
      <p:sp>
        <p:nvSpPr>
          <p:cNvPr id="1048689" name="装饰  5"/>
          <p:cNvSpPr>
            <a:spLocks noGrp="1"/>
          </p:cNvSpPr>
          <p:nvPr>
            <p:ph type="body" idx="16403" hasCustomPrompt="1"/>
            <p:custDataLst>
              <p:tags r:id="rId19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90" name="文本占位符 26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  <p:sp>
        <p:nvSpPr>
          <p:cNvPr id="1048691" name="文本占位符 27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 smtClean="0"/>
              <a:t>06</a:t>
            </a:r>
            <a:endParaRPr altLang="en-US" lang="zh-CN" smtClean="0"/>
          </a:p>
        </p:txBody>
      </p:sp>
      <p:sp>
        <p:nvSpPr>
          <p:cNvPr id="1048692" name="装饰  8"/>
          <p:cNvSpPr>
            <a:spLocks noGrp="1"/>
          </p:cNvSpPr>
          <p:nvPr>
            <p:ph type="body" idx="16404" hasCustomPrompt="1"/>
            <p:custDataLst>
              <p:tags r:id="rId22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 smtClean="0"/>
              <a:t> </a:t>
            </a:r>
            <a:endParaRPr altLang="en-US" lang="zh-CN" smtClean="0"/>
          </a:p>
        </p:txBody>
      </p:sp>
      <p:sp>
        <p:nvSpPr>
          <p:cNvPr id="1048693" name="文本占位符 29"/>
          <p:cNvSpPr>
            <a:spLocks noGrp="1"/>
          </p:cNvSpPr>
          <p:nvPr>
            <p:ph type="body" idx="16397" hasCustomPrompt="1"/>
            <p:custDataLst>
              <p:tags r:id="rId23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 smtClean="0"/>
              <a:t>单击此处添加项标题</a:t>
            </a:r>
            <a:endParaRPr altLang="en-US" lang="zh-CN" smtClean="0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2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913" name="页脚占位符 4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914" name="日期占位符 3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915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916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blank">
  <p:cSld name="目录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4" name="矩形 26"/>
          <p:cNvSpPr/>
          <p:nvPr>
            <p:custDataLst>
              <p:tags r:id="rId1"/>
            </p:custDataLst>
          </p:nvPr>
        </p:nvSpPr>
        <p:spPr>
          <a:xfrm>
            <a:off x="-635" y="893445"/>
            <a:ext cx="12192635" cy="5269865"/>
          </a:xfrm>
          <a:prstGeom prst="rect"/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925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2703512" y="1139875"/>
            <a:ext cx="1977755" cy="1081088"/>
          </a:xfrm>
        </p:spPr>
        <p:txBody>
          <a:bodyPr anchor="ctr" anchorCtr="0" wrap="square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altLang="en-US" dirty="0" lang="zh-CN"/>
              <a:t>标题</a:t>
            </a:r>
            <a:endParaRPr altLang="en-US" dirty="0" lang="zh-CN"/>
          </a:p>
        </p:txBody>
      </p:sp>
      <p:sp>
        <p:nvSpPr>
          <p:cNvPr id="1048926" name="灯片编号占位符 5"/>
          <p:cNvSpPr>
            <a:spLocks noGrp="1"/>
          </p:cNvSpPr>
          <p:nvPr userDrawn="1"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altLang="en-US" lang="zh-CN" smtClean="0"/>
            </a:fld>
            <a:endParaRPr altLang="en-US" lang="zh-CN"/>
          </a:p>
        </p:txBody>
      </p:sp>
      <p:sp>
        <p:nvSpPr>
          <p:cNvPr id="1048927" name="页脚占位符 4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928" name="日期占位符 3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altLang="en-US" lang="zh-CN" smtClean="0"/>
            </a:fld>
            <a:endParaRPr altLang="en-US" lang="zh-CN"/>
          </a:p>
        </p:txBody>
      </p:sp>
      <p:pic>
        <p:nvPicPr>
          <p:cNvPr id="2097176" name="图片 3" descr="图片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xmlns:r="http://schemas.openxmlformats.org/officeDocument/2006/relationships" r:embed="rId7"/>
          <a:srcRect l="57940" t="22000" b="55037"/>
          <a:stretch>
            <a:fillRect/>
          </a:stretch>
        </p:blipFill>
        <p:spPr>
          <a:xfrm>
            <a:off x="553720" y="575310"/>
            <a:ext cx="2149475" cy="1574800"/>
          </a:xfrm>
          <a:prstGeom prst="rect"/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78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8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indent="0" marL="0">
              <a:buNone/>
              <a:defRPr sz="2800"/>
            </a:lvl1pPr>
            <a:lvl2pPr indent="0" marL="457200">
              <a:buNone/>
              <a:defRPr sz="2400"/>
            </a:lvl2pPr>
            <a:lvl3pPr indent="0" marL="914400">
              <a:buNone/>
              <a:defRPr sz="2000"/>
            </a:lvl3pPr>
            <a:lvl4pPr indent="0" marL="1371600">
              <a:buNone/>
              <a:defRPr sz="1800"/>
            </a:lvl4pPr>
            <a:lvl5pPr indent="0" marL="1828800">
              <a:buNone/>
              <a:defRPr sz="1800"/>
            </a:lvl5pPr>
            <a:lvl6pPr indent="0" marL="2286000">
              <a:buNone/>
              <a:defRPr sz="1800"/>
            </a:lvl6pPr>
            <a:lvl7pPr indent="0" marL="2743200">
              <a:buNone/>
              <a:defRPr sz="1800"/>
            </a:lvl7pPr>
            <a:lvl8pPr indent="0" marL="3200400">
              <a:buNone/>
              <a:defRPr sz="1800"/>
            </a:lvl8pPr>
            <a:lvl9pPr indent="0" marL="3657600">
              <a:buNone/>
              <a:defRPr sz="18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897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98" name="文本占位符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indent="0" marL="0">
              <a:buNone/>
              <a:defRPr sz="2800"/>
            </a:lvl1pPr>
            <a:lvl2pPr indent="0" marL="457200">
              <a:buNone/>
              <a:defRPr sz="2400"/>
            </a:lvl2pPr>
            <a:lvl3pPr indent="0" marL="914400">
              <a:buNone/>
              <a:defRPr sz="2000"/>
            </a:lvl3pPr>
            <a:lvl4pPr indent="0" marL="1371600">
              <a:buNone/>
              <a:defRPr sz="1800"/>
            </a:lvl4pPr>
            <a:lvl5pPr indent="0" marL="1828800">
              <a:buNone/>
              <a:defRPr sz="1800"/>
            </a:lvl5pPr>
            <a:lvl6pPr indent="0" marL="2286000">
              <a:buNone/>
              <a:defRPr sz="1800"/>
            </a:lvl6pPr>
            <a:lvl7pPr indent="0" marL="2743200">
              <a:buNone/>
              <a:defRPr sz="1800"/>
            </a:lvl7pPr>
            <a:lvl8pPr indent="0" marL="3200400">
              <a:buNone/>
              <a:defRPr sz="1800"/>
            </a:lvl8pPr>
            <a:lvl9pPr indent="0" marL="3657600">
              <a:buNone/>
              <a:defRPr sz="18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899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900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901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902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903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918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919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920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922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923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仅内容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5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5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5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标题和副标题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92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93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94" name="Text Placeholder 5"/>
          <p:cNvSpPr>
            <a:spLocks noGrp="1"/>
          </p:cNvSpPr>
          <p:nvPr>
            <p:ph type="body" idx="1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</a:lvl5pPr>
          </a:lstStyle>
          <a:p>
            <a:pPr lvl="0"/>
            <a:r>
              <a:rPr altLang="en-US" lang="zh-CN"/>
              <a:t>请在此输入您的副标题</a:t>
            </a:r>
            <a:endParaRPr altLang="en-US" lang="zh-CN"/>
          </a:p>
        </p:txBody>
      </p:sp>
      <p:sp>
        <p:nvSpPr>
          <p:cNvPr id="1048895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矩形 9"/>
          <p:cNvSpPr/>
          <p:nvPr userDrawn="1">
            <p:custDataLst>
              <p:tags r:id="rId1"/>
            </p:custDataLst>
          </p:nvPr>
        </p:nvSpPr>
        <p:spPr>
          <a:xfrm>
            <a:off x="10918190" y="5350510"/>
            <a:ext cx="986790" cy="1245870"/>
          </a:xfrm>
          <a:prstGeom prst="rect"/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63" name="矩形 8"/>
          <p:cNvSpPr/>
          <p:nvPr userDrawn="1">
            <p:custDataLst>
              <p:tags r:id="rId2"/>
            </p:custDataLst>
          </p:nvPr>
        </p:nvSpPr>
        <p:spPr>
          <a:xfrm>
            <a:off x="10831830" y="5252720"/>
            <a:ext cx="985520" cy="1243965"/>
          </a:xfrm>
          <a:prstGeom prst="rect"/>
          <a:pattFill prst="wd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pic>
        <p:nvPicPr>
          <p:cNvPr id="2097162" name="任意多边形 2" descr="F:\张晓萌\工作\WPS\PPT\8888\1x\资源 3.png资源 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>
          <a:xfrm>
            <a:off x="8082280" y="1106170"/>
            <a:ext cx="3822700" cy="3822700"/>
          </a:xfrm>
          <a:prstGeom prst="rect"/>
          <a:effectLst/>
        </p:spPr>
      </p:pic>
      <p:pic>
        <p:nvPicPr>
          <p:cNvPr id="2097163" name="任意多边形 1" descr="资源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7798435" y="3429000"/>
            <a:ext cx="2486660" cy="2493010"/>
          </a:xfrm>
          <a:prstGeom prst="rect"/>
          <a:effectLst/>
        </p:spPr>
      </p:pic>
      <p:sp>
        <p:nvSpPr>
          <p:cNvPr id="1048664" name="矩形 2"/>
          <p:cNvSpPr/>
          <p:nvPr userDrawn="1">
            <p:custDataLst>
              <p:tags r:id="rId7"/>
            </p:custDataLst>
          </p:nvPr>
        </p:nvSpPr>
        <p:spPr>
          <a:xfrm>
            <a:off x="7647940" y="962660"/>
            <a:ext cx="897255" cy="366395"/>
          </a:xfrm>
          <a:prstGeom prst="rect"/>
          <a:pattFill prst="wd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65" name="日期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200785" y="1651000"/>
            <a:ext cx="6097058" cy="457200"/>
          </a:xfrm>
        </p:spPr>
        <p:txBody>
          <a:bodyPr anchor="t" bIns="0" lIns="0" rIns="0" tIns="0" vert="horz" wrap="square">
            <a:normAutofit/>
          </a:bodyPr>
          <a:lstStyle>
            <a:lvl1pPr algn="l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dirty="0" lang="zh-CN"/>
              <a:t>20XX YEAR</a:t>
            </a:r>
            <a:endParaRPr altLang="en-US" dirty="0" lang="zh-CN"/>
          </a:p>
        </p:txBody>
      </p:sp>
      <p:sp>
        <p:nvSpPr>
          <p:cNvPr id="1048666" name="标题 3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1200785" y="2159000"/>
            <a:ext cx="6352646" cy="2540000"/>
          </a:xfrm>
        </p:spPr>
        <p:txBody>
          <a:bodyPr anchor="t" anchorCtr="0" bIns="0" lIns="0" rIns="0" tIns="0" vert="horz" wrap="square">
            <a:normAutofit/>
          </a:bodyPr>
          <a:lstStyle>
            <a:lvl1pPr algn="l" indent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sz="6000" spc="0">
                <a:effectLst/>
              </a:defRPr>
            </a:lvl1pPr>
          </a:lstStyle>
          <a:p>
            <a:r>
              <a:rPr altLang="en-US" dirty="0" lang="zh-CN"/>
              <a:t>单击此处添加文档标题</a:t>
            </a:r>
            <a:endParaRPr altLang="en-US" dirty="0" lang="zh-CN"/>
          </a:p>
        </p:txBody>
      </p:sp>
      <p:sp>
        <p:nvSpPr>
          <p:cNvPr id="1048667" name="署名占位符 10"/>
          <p:cNvSpPr>
            <a:spLocks noGrp="1"/>
          </p:cNvSpPr>
          <p:nvPr>
            <p:ph type="body" sz="quarter" idx="16387" hasCustomPrompt="1"/>
            <p:custDataLst>
              <p:tags r:id="rId10"/>
            </p:custDataLst>
          </p:nvPr>
        </p:nvSpPr>
        <p:spPr>
          <a:xfrm>
            <a:off x="1200785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anchorCtr="0" bIns="0" lIns="0" rIns="0" tIns="0" vert="horz" wrap="square">
            <a:normAutofit/>
          </a:bodyPr>
          <a:lstStyle>
            <a:lvl1pPr algn="ctr" indent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sz="2000" spc="0">
                <a:solidFill>
                  <a:srgbClr val="FFFFFF"/>
                </a:solidFill>
              </a:defRPr>
            </a:lvl1pPr>
          </a:lstStyle>
          <a:p>
            <a:pPr lvl="0"/>
            <a:r>
              <a:rPr altLang="en-US" dirty="0" lang="zh-CN"/>
              <a:t>BY WPS</a:t>
            </a:r>
            <a:endParaRPr altLang="en-US" dirty="0" lang="zh-CN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1"/>
      </p:bgRef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任意多边形 1" descr="资源 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240000">
            <a:off x="7506335" y="1241425"/>
            <a:ext cx="4119880" cy="4119880"/>
          </a:xfrm>
          <a:prstGeom prst="rect"/>
        </p:spPr>
      </p:pic>
      <p:sp>
        <p:nvSpPr>
          <p:cNvPr id="1048620" name="标题 19"/>
          <p:cNvSpPr>
            <a:spLocks noGrp="1"/>
          </p:cNvSpPr>
          <p:nvPr>
            <p:ph type="title" idx="16385" hasCustomPrompt="1"/>
            <p:custDataLst>
              <p:tags r:id="rId3"/>
            </p:custDataLst>
          </p:nvPr>
        </p:nvSpPr>
        <p:spPr>
          <a:xfrm>
            <a:off x="1016000" y="3530600"/>
            <a:ext cx="6352117" cy="1524000"/>
          </a:xfrm>
        </p:spPr>
        <p:txBody>
          <a:bodyPr anchor="t" anchorCtr="0" bIns="0" lIns="0" rIns="0" tIns="0" vert="horz">
            <a:normAutofit/>
          </a:bodyPr>
          <a:lstStyle>
            <a:lvl1pPr algn="l" indent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sz="48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altLang="en-US" dirty="0" lang="zh-CN"/>
              <a:t>单击此处添加章节标题</a:t>
            </a:r>
            <a:endParaRPr altLang="en-US" dirty="0" lang="zh-CN"/>
          </a:p>
        </p:txBody>
      </p:sp>
      <p:sp>
        <p:nvSpPr>
          <p:cNvPr id="1048621" name="文本占位符 20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1016000" y="1905000"/>
            <a:ext cx="1527175" cy="1524000"/>
          </a:xfrm>
        </p:spPr>
        <p:txBody>
          <a:bodyPr anchor="ctr" anchorCtr="0" bIns="0" lIns="0" rIns="0" tIns="0" vert="horz">
            <a:normAutofit/>
          </a:bodyPr>
          <a:lstStyle>
            <a:lvl1pPr algn="l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1" sz="72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altLang="en-US" lang="zh-CN"/>
              <a:t>01</a:t>
            </a:r>
            <a:endParaRPr altLang="en-US" lang="zh-CN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5" name="任意多边形 1" descr="资源 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492250" y="1549400"/>
            <a:ext cx="3801110" cy="3801110"/>
          </a:xfrm>
          <a:prstGeom prst="rect"/>
        </p:spPr>
      </p:pic>
      <p:sp>
        <p:nvSpPr>
          <p:cNvPr id="1048836" name="Subtitle 10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5345642" y="2667000"/>
            <a:ext cx="5449358" cy="457200"/>
          </a:xfrm>
          <a:noFill/>
        </p:spPr>
        <p:txBody>
          <a:bodyPr anchor="t" bIns="0" lIns="0" rIns="0" tIns="0" vert="horz">
            <a:normAutofit/>
          </a:bodyPr>
          <a:lstStyle>
            <a:lvl1pPr algn="r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>
                    <a:lumMod val="94902"/>
                    <a:lumOff val="5098"/>
                  </a:schemeClr>
                </a:solidFill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THE END</a:t>
            </a:r>
            <a:endParaRPr altLang="en-US" lang="zh-CN"/>
          </a:p>
        </p:txBody>
      </p:sp>
      <p:sp>
        <p:nvSpPr>
          <p:cNvPr id="1048837" name="标题 2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5343878" y="3175000"/>
            <a:ext cx="5451122" cy="1016000"/>
          </a:xfrm>
        </p:spPr>
        <p:txBody>
          <a:bodyPr anchor="t" anchorCtr="0" bIns="0" lIns="0" rIns="0" tIns="0" vert="horz" wrap="square">
            <a:normAutofit/>
          </a:bodyPr>
          <a:lstStyle>
            <a:lvl1pPr algn="r" indent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altLang="en-US" dirty="0" lang="zh-CN"/>
              <a:t>谢谢观看</a:t>
            </a:r>
            <a:endParaRPr altLang="en-US" dirty="0" lang="zh-CN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1"/>
      </p:bgRef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灯片编号占位符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61" name="页脚占位符 4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862" name="日期占位符 3"/>
          <p:cNvSpPr>
            <a:spLocks noGrp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63" name="Subtitle 9"/>
          <p:cNvSpPr>
            <a:spLocks noGrp="1"/>
          </p:cNvSpPr>
          <p:nvPr>
            <p:ph type="subTitle" idx="17826305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anchor="t" bIns="0" lIns="0" rIns="0" tIns="0">
            <a:normAutofit/>
          </a:bodyPr>
          <a:lstStyle>
            <a:lvl1pPr algn="ctr" indent="0" mar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CONTENTS</a:t>
            </a:r>
            <a:endParaRPr altLang="en-US" lang="zh-CN"/>
          </a:p>
        </p:txBody>
      </p:sp>
      <p:sp>
        <p:nvSpPr>
          <p:cNvPr id="1048864" name="Title 10"/>
          <p:cNvSpPr>
            <a:spLocks noGrp="1"/>
          </p:cNvSpPr>
          <p:nvPr>
            <p:ph type="ctrTitle" idx="17826049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anchor="t" bIns="0" lIns="0" rIns="0" tIns="0">
            <a:normAutofit/>
          </a:bodyPr>
          <a:lstStyle>
            <a:lvl1pPr algn="ctr" indent="0" marL="0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b="1" sz="4800" spc="0">
                <a:solidFill>
                  <a:schemeClr val="tx1"/>
                </a:solidFill>
              </a:defRPr>
            </a:lvl1pPr>
          </a:lstStyle>
          <a:p>
            <a:r>
              <a:rPr altLang="en-US" lang="zh-CN"/>
              <a:t>目录</a:t>
            </a:r>
            <a:endParaRPr altLang="en-US" lang="zh-CN"/>
          </a:p>
        </p:txBody>
      </p:sp>
      <p:sp>
        <p:nvSpPr>
          <p:cNvPr id="1048865" name="Text Placeholder 11"/>
          <p:cNvSpPr>
            <a:spLocks noGrp="1"/>
          </p:cNvSpPr>
          <p:nvPr>
            <p:ph type="body" idx="319883777" hasCustomPrompt="1"/>
            <p:custDataLst>
              <p:tags r:id="rId6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/>
              <a:t>01</a:t>
            </a:r>
            <a:endParaRPr altLang="en-US" lang="zh-CN"/>
          </a:p>
        </p:txBody>
      </p:sp>
      <p:sp>
        <p:nvSpPr>
          <p:cNvPr id="1048866" name="装饰  3"/>
          <p:cNvSpPr>
            <a:spLocks noGrp="1"/>
          </p:cNvSpPr>
          <p:nvPr>
            <p:ph type="body" idx="319883522" hasCustomPrompt="1"/>
            <p:custDataLst>
              <p:tags r:id="rId7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67" name="Text Placeholder 14"/>
          <p:cNvSpPr>
            <a:spLocks noGrp="1"/>
          </p:cNvSpPr>
          <p:nvPr>
            <p:ph type="body" idx="51446017" hasCustomPrompt="1"/>
            <p:custDataLst>
              <p:tags r:id="rId8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/>
              <a:t>单击此处添加项标题</a:t>
            </a:r>
            <a:endParaRPr altLang="en-US" lang="zh-CN"/>
          </a:p>
        </p:txBody>
      </p:sp>
      <p:sp>
        <p:nvSpPr>
          <p:cNvPr id="1048868" name="Text Placeholder 15"/>
          <p:cNvSpPr>
            <a:spLocks noGrp="1"/>
          </p:cNvSpPr>
          <p:nvPr>
            <p:ph type="body" idx="319949313" hasCustomPrompt="1"/>
            <p:custDataLst>
              <p:tags r:id="rId9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/>
              <a:t>02</a:t>
            </a:r>
            <a:endParaRPr altLang="en-US" lang="zh-CN"/>
          </a:p>
        </p:txBody>
      </p:sp>
      <p:sp>
        <p:nvSpPr>
          <p:cNvPr id="1048869" name="装饰  6"/>
          <p:cNvSpPr>
            <a:spLocks noGrp="1"/>
          </p:cNvSpPr>
          <p:nvPr>
            <p:ph type="body" idx="319949058" hasCustomPrompt="1"/>
            <p:custDataLst>
              <p:tags r:id="rId10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70" name="Text Placeholder 17"/>
          <p:cNvSpPr>
            <a:spLocks noGrp="1"/>
          </p:cNvSpPr>
          <p:nvPr>
            <p:ph type="body" idx="51511553" hasCustomPrompt="1"/>
            <p:custDataLst>
              <p:tags r:id="rId11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/>
              <a:t>单击此处添加项标题</a:t>
            </a:r>
            <a:endParaRPr altLang="en-US" lang="zh-CN"/>
          </a:p>
        </p:txBody>
      </p:sp>
      <p:sp>
        <p:nvSpPr>
          <p:cNvPr id="1048871" name="Text Placeholder 18"/>
          <p:cNvSpPr>
            <a:spLocks noGrp="1"/>
          </p:cNvSpPr>
          <p:nvPr>
            <p:ph type="body" idx="320014849" hasCustomPrompt="1"/>
            <p:custDataLst>
              <p:tags r:id="rId12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/>
              <a:t>03</a:t>
            </a:r>
            <a:endParaRPr altLang="en-US" lang="zh-CN"/>
          </a:p>
        </p:txBody>
      </p:sp>
      <p:sp>
        <p:nvSpPr>
          <p:cNvPr id="1048872" name="装饰  9"/>
          <p:cNvSpPr>
            <a:spLocks noGrp="1"/>
          </p:cNvSpPr>
          <p:nvPr>
            <p:ph type="body" idx="320014594" hasCustomPrompt="1"/>
            <p:custDataLst>
              <p:tags r:id="rId13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73" name="Text Placeholder 20"/>
          <p:cNvSpPr>
            <a:spLocks noGrp="1"/>
          </p:cNvSpPr>
          <p:nvPr>
            <p:ph type="body" idx="51577089" hasCustomPrompt="1"/>
            <p:custDataLst>
              <p:tags r:id="rId14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/>
              <a:t>单击此处添加项标题</a:t>
            </a:r>
            <a:endParaRPr altLang="en-US" lang="zh-CN"/>
          </a:p>
        </p:txBody>
      </p:sp>
      <p:sp>
        <p:nvSpPr>
          <p:cNvPr id="1048874" name="Text Placeholder 21"/>
          <p:cNvSpPr>
            <a:spLocks noGrp="1"/>
          </p:cNvSpPr>
          <p:nvPr>
            <p:ph type="body" idx="320080385" hasCustomPrompt="1"/>
            <p:custDataLst>
              <p:tags r:id="rId15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anchor="ctr" bIns="0" lIns="0" rIns="0" tIns="0" wrap="none">
            <a:noAutofit/>
          </a:bodyPr>
          <a:lstStyle>
            <a:lvl1pPr algn="ctr" indent="0" marL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b="0" sz="4000" spc="0">
                <a:solidFill>
                  <a:schemeClr val="accent1"/>
                </a:solidFill>
              </a:defRPr>
            </a:lvl1pPr>
          </a:lstStyle>
          <a:p>
            <a:pPr lvl="0"/>
            <a:r>
              <a:rPr altLang="en-US" lang="zh-CN"/>
              <a:t>04</a:t>
            </a:r>
            <a:endParaRPr altLang="en-US" lang="zh-CN"/>
          </a:p>
        </p:txBody>
      </p:sp>
      <p:sp>
        <p:nvSpPr>
          <p:cNvPr id="1048875" name="装饰  2"/>
          <p:cNvSpPr>
            <a:spLocks noGrp="1"/>
          </p:cNvSpPr>
          <p:nvPr>
            <p:ph type="body" idx="320080130" hasCustomPrompt="1"/>
            <p:custDataLst>
              <p:tags r:id="rId16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</a:lstStyle>
          <a:p>
            <a:pPr lvl="0"/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876" name="Text Placeholder 23"/>
          <p:cNvSpPr>
            <a:spLocks noGrp="1"/>
          </p:cNvSpPr>
          <p:nvPr>
            <p:ph type="body" idx="51642625" hasCustomPrompt="1"/>
            <p:custDataLst>
              <p:tags r:id="rId17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anchor="ctr" bIns="0" lIns="0" rIns="0" tIns="0">
            <a:normAutofit/>
          </a:bodyPr>
          <a:lstStyle>
            <a:lvl1pPr algn="l" indent="0" marL="0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b="0" sz="2400" spc="0">
                <a:solidFill>
                  <a:schemeClr val="tx1"/>
                </a:solidFill>
              </a:defRPr>
            </a:lvl1pPr>
          </a:lstStyle>
          <a:p>
            <a:pPr lvl="0"/>
            <a:r>
              <a:rPr altLang="en-US" lang="zh-CN"/>
              <a:t>单击此处添加项标题</a:t>
            </a:r>
            <a:endParaRPr altLang="en-US" lang="zh-CN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tags" Target="../tags/tag247.xml"/><Relationship Id="rId29" Type="http://schemas.openxmlformats.org/officeDocument/2006/relationships/image" Target="../media/image1.png"/><Relationship Id="rId30" Type="http://schemas.openxmlformats.org/officeDocument/2006/relationships/tags" Target="../tags/tag248.xml"/><Relationship Id="rId31" Type="http://schemas.openxmlformats.org/officeDocument/2006/relationships/image" Target="../media/image2.png"/><Relationship Id="rId32" Type="http://schemas.openxmlformats.org/officeDocument/2006/relationships/tags" Target="../tags/tag249.xml"/><Relationship Id="rId33" Type="http://schemas.openxmlformats.org/officeDocument/2006/relationships/tags" Target="../tags/tag250.xml"/><Relationship Id="rId34" Type="http://schemas.openxmlformats.org/officeDocument/2006/relationships/tags" Target="../tags/tag251.xml"/><Relationship Id="rId35" Type="http://schemas.openxmlformats.org/officeDocument/2006/relationships/tags" Target="../tags/tag252.xml"/><Relationship Id="rId36" Type="http://schemas.openxmlformats.org/officeDocument/2006/relationships/tags" Target="../tags/tag253.xml"/><Relationship Id="rId37" Type="http://schemas.openxmlformats.org/officeDocument/2006/relationships/tags" Target="../tags/tag254.xml"/><Relationship Id="rId38" Type="http://schemas.openxmlformats.org/officeDocument/2006/relationships/tags" Target="../tags/tag255.xml"/><Relationship Id="rId3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930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/>
        </p:spPr>
        <p:txBody>
          <a:bodyPr bIns="45720" lIns="91440" rIns="91440" rtlCol="0" tIns="45720" vert="horz">
            <a:no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zh-CN" dirty="0" lang="en-US"/>
          </a:p>
          <a:p>
            <a:pPr lvl="5"/>
            <a:r>
              <a:rPr altLang="en-US" dirty="0" lang="zh-CN"/>
              <a:t>第六级</a:t>
            </a:r>
            <a:endParaRPr altLang="zh-CN" dirty="0" lang="en-US"/>
          </a:p>
          <a:p>
            <a:pPr algn="l" defTabSz="914400" eaLnBrk="1" fontAlgn="auto" hangingPunct="1" indent="-228600" latinLnBrk="0" lvl="6" marL="2971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altLang="en-US" dirty="0" lang="zh-CN"/>
              <a:t>第七级</a:t>
            </a:r>
            <a:endParaRPr altLang="zh-CN" dirty="0" lang="en-US"/>
          </a:p>
          <a:p>
            <a:pPr algn="l" defTabSz="914400" eaLnBrk="1" fontAlgn="auto" hangingPunct="1" indent="-228600" latinLnBrk="0" lvl="7" marL="3429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altLang="en-US" dirty="0" lang="zh-CN"/>
              <a:t>第八级</a:t>
            </a:r>
            <a:endParaRPr altLang="zh-CN" dirty="0" lang="en-US"/>
          </a:p>
          <a:p>
            <a:pPr algn="l" defTabSz="914400" eaLnBrk="1" fontAlgn="auto" hangingPunct="1" indent="-228600" latinLnBrk="0" lvl="8" marL="3886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altLang="en-US" dirty="0" lang="zh-CN"/>
              <a:t>第九级</a:t>
            </a:r>
            <a:endParaRPr altLang="zh-CN" dirty="0" lang="en-US"/>
          </a:p>
          <a:p>
            <a:pPr algn="l" defTabSz="914400" eaLnBrk="1" fontAlgn="auto" hangingPunct="1" indent="-228600" latinLnBrk="0" lvl="8" marL="3886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altLang="zh-CN" dirty="0" lang="en-US"/>
          </a:p>
          <a:p>
            <a:pPr lvl="5"/>
            <a:endParaRPr altLang="en-US" dirty="0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algn="l" defTabSz="914400" eaLnBrk="1" fontAlgn="auto" hangingPunct="1" indent="-228600" latinLnBrk="0" marL="2514600" marR="0" rtl="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altLang="en-US" dirty="0" sz="2400" kern="1200" lang="zh-CN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altLang="zh-CN" dirty="0" sz="2400" kern="1200" lang="en-US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altLang="zh-CN" dirty="0" sz="2400" kern="1200" lang="en-US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algn="l" defTabSz="914400" eaLnBrk="1" hangingPunct="1" indent="0" latinLnBrk="0" marL="3657600" rtl="0">
        <a:lnSpc>
          <a:spcPct val="90000"/>
        </a:lnSpc>
        <a:spcBef>
          <a:spcPts val="500"/>
        </a:spcBef>
        <a:buFont typeface="Arial" panose="020B0604020202020204" pitchFamily="34" charset="0"/>
        <a:buNone/>
        <a:defRPr altLang="zh-CN" dirty="0" sz="2400" kern="1200" lang="en-US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7" descr="图片1"/>
          <p:cNvPicPr>
            <a:picLocks noChangeAspect="1"/>
          </p:cNvPicPr>
          <p:nvPr userDrawn="1">
            <p:custDataLst>
              <p:tags r:id="rId28"/>
            </p:custDataLst>
          </p:nvPr>
        </p:nvPicPr>
        <p:blipFill>
          <a:blip xmlns:r="http://schemas.openxmlformats.org/officeDocument/2006/relationships" r:embed="rId29">
            <a:alphaModFix amt="10000"/>
          </a:blip>
          <a:srcRect l="57940" t="22000" b="55037"/>
          <a:stretch>
            <a:fillRect/>
          </a:stretch>
        </p:blipFill>
        <p:spPr>
          <a:xfrm>
            <a:off x="0" y="5283200"/>
            <a:ext cx="2149475" cy="1574800"/>
          </a:xfrm>
          <a:prstGeom prst="rect"/>
        </p:spPr>
      </p:pic>
      <p:pic>
        <p:nvPicPr>
          <p:cNvPr id="2097153" name="任意多边形 3" descr="F:\张晓萌\工作\WPS\PPT\8888\1x\资源 3.png资源 3"/>
          <p:cNvPicPr>
            <a:picLocks noChangeAspect="1"/>
          </p:cNvPicPr>
          <p:nvPr userDrawn="1">
            <p:custDataLst>
              <p:tags r:id="rId30"/>
            </p:custDataLst>
          </p:nvPr>
        </p:nvPicPr>
        <p:blipFill>
          <a:blip xmlns:r="http://schemas.openxmlformats.org/officeDocument/2006/relationships" r:embed="rId31">
            <a:alphaModFix amt="8000"/>
          </a:blip>
          <a:srcRect t="13023" r="13243"/>
          <a:stretch>
            <a:fillRect/>
          </a:stretch>
        </p:blipFill>
        <p:spPr>
          <a:xfrm rot="660000">
            <a:off x="8416414" y="-284405"/>
            <a:ext cx="4217746" cy="4228461"/>
          </a:xfrm>
          <a:custGeom>
            <a:av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42" h="6659">
                <a:moveTo>
                  <a:pt x="5348" y="0"/>
                </a:moveTo>
                <a:lnTo>
                  <a:pt x="6642" y="6659"/>
                </a:lnTo>
                <a:lnTo>
                  <a:pt x="0" y="6659"/>
                </a:lnTo>
                <a:lnTo>
                  <a:pt x="0" y="1039"/>
                </a:lnTo>
                <a:lnTo>
                  <a:pt x="5348" y="0"/>
                </a:lnTo>
                <a:close/>
              </a:path>
            </a:pathLst>
          </a:custGeom>
          <a:effectLst/>
        </p:spPr>
      </p:pic>
      <p:sp>
        <p:nvSpPr>
          <p:cNvPr id="1048576" name="灯片编号占位符 5"/>
          <p:cNvSpPr>
            <a:spLocks noGrp="1"/>
          </p:cNvSpPr>
          <p:nvPr>
            <p:ph type="sldNum" sz="quarter" idx="4"/>
            <p:custDataLst>
              <p:tags r:id="rId32"/>
            </p:custDataLst>
          </p:nvPr>
        </p:nvSpPr>
        <p:spPr>
          <a:xfrm>
            <a:off x="8753983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577" name="页脚占位符 4"/>
          <p:cNvSpPr>
            <a:spLocks noGrp="1"/>
          </p:cNvSpPr>
          <p:nvPr>
            <p:ph type="ftr" sz="quarter" idx="3"/>
            <p:custDataLst>
              <p:tags r:id="rId33"/>
            </p:custDataLst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  <p:custDataLst>
              <p:tags r:id="rId34"/>
            </p:custDataLst>
          </p:nvPr>
        </p:nvSpPr>
        <p:spPr>
          <a:xfrm>
            <a:off x="69596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文本占位符 2"/>
          <p:cNvSpPr>
            <a:spLocks noGrp="1"/>
          </p:cNvSpPr>
          <p:nvPr>
            <p:ph type="body" idx="1"/>
            <p:custDataLst>
              <p:tags r:id="rId35"/>
            </p:custDataLst>
          </p:nvPr>
        </p:nvSpPr>
        <p:spPr>
          <a:xfrm>
            <a:off x="695960" y="1301749"/>
            <a:ext cx="10800000" cy="4873625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580" name="标题占位符 1"/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695960" y="360000"/>
            <a:ext cx="10800000" cy="720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581" name="KSO_TEMPLATE" hidden="1"/>
          <p:cNvSpPr/>
          <p:nvPr userDrawn="1">
            <p:custDataLst>
              <p:tags r:id="rId37"/>
            </p:custDataLst>
          </p:nvPr>
        </p:nvSpPr>
        <p:spPr>
          <a:xfrm>
            <a:off x="0" y="0"/>
            <a:ext cx="0" cy="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</p:spTree>
    <p:custDataLst>
      <p:tags r:id="rId38"/>
    </p:custDataLst>
  </p:cSld>
  <p:clrMap accent1="accent1" accent2="accent2" accent3="accent3" accent4="accent4" accent5="accent5" accent6="accent6" bg1="lt1" bg2="lt2" tx1="dk1" tx2="dk2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  <p:sldLayoutId id="2147483867" r:id="rId14"/>
    <p:sldLayoutId id="2147483868" r:id="rId15"/>
    <p:sldLayoutId id="2147483869" r:id="rId16"/>
    <p:sldLayoutId id="2147483870" r:id="rId17"/>
    <p:sldLayoutId id="2147483871" r:id="rId18"/>
    <p:sldLayoutId id="2147483872" r:id="rId19"/>
    <p:sldLayoutId id="2147483873" r:id="rId20"/>
    <p:sldLayoutId id="2147483874" r:id="rId21"/>
    <p:sldLayoutId id="2147483875" r:id="rId22"/>
    <p:sldLayoutId id="2147483876" r:id="rId23"/>
    <p:sldLayoutId id="2147483877" r:id="rId24"/>
    <p:sldLayoutId id="2147483878" r:id="rId25"/>
    <p:sldLayoutId id="2147483879" r:id="rId26"/>
    <p:sldLayoutId id="2147483880" r:id="rId27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sz="3200" i="0" kern="1200" spc="0" u="none">
          <a:solidFill>
            <a:schemeClr val="tx1">
              <a:lumMod val="94902"/>
              <a:lumOff val="5098"/>
            </a:schemeClr>
          </a:solidFill>
          <a:effectLst/>
          <a:uFill>
            <a:solidFill>
              <a:schemeClr val="tx1">
                <a:lumMod val="95000"/>
                <a:lumOff val="5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algn="l" defTabSz="914400" eaLnBrk="1" hangingPunct="1" indent="0" latinLnBrk="0" marL="228600" rtl="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0" latinLnBrk="0" marL="685800" rtl="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0" latinLnBrk="0" marL="1143000" rtl="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0" latinLnBrk="0" marL="1600200" rtl="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0" latinLnBrk="0" marL="2057400" rtl="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tags" Target="../tags/tag256.xml"/><Relationship Id="rId2" Type="http://schemas.openxmlformats.org/officeDocument/2006/relationships/tags" Target="../tags/tag257.xml"/><Relationship Id="rId3" Type="http://schemas.openxmlformats.org/officeDocument/2006/relationships/tags" Target="../tags/tag258.xml"/><Relationship Id="rId4" Type="http://schemas.openxmlformats.org/officeDocument/2006/relationships/tags" Target="../tags/tag259.xml"/><Relationship Id="rId5" Type="http://schemas.openxmlformats.org/officeDocument/2006/relationships/slideLayout" Target="../slideLayouts/slideLayout3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tags" Target="../tags/tag264.xml"/><Relationship Id="rId6" Type="http://schemas.openxmlformats.org/officeDocument/2006/relationships/tags" Target="../tags/tag265.xml"/><Relationship Id="rId7" Type="http://schemas.openxmlformats.org/officeDocument/2006/relationships/tags" Target="../tags/tag266.xml"/><Relationship Id="rId8" Type="http://schemas.openxmlformats.org/officeDocument/2006/relationships/tags" Target="../tags/tag267.xml"/><Relationship Id="rId9" Type="http://schemas.openxmlformats.org/officeDocument/2006/relationships/tags" Target="../tags/tag268.xml"/><Relationship Id="rId10" Type="http://schemas.openxmlformats.org/officeDocument/2006/relationships/tags" Target="../tags/tag269.xml"/><Relationship Id="rId11" Type="http://schemas.openxmlformats.org/officeDocument/2006/relationships/tags" Target="../tags/tag270.xml"/><Relationship Id="rId12" Type="http://schemas.openxmlformats.org/officeDocument/2006/relationships/tags" Target="../tags/tag271.xml"/><Relationship Id="rId13" Type="http://schemas.openxmlformats.org/officeDocument/2006/relationships/tags" Target="../tags/tag272.xml"/><Relationship Id="rId14" Type="http://schemas.openxmlformats.org/officeDocument/2006/relationships/tags" Target="../tags/tag273.xml"/><Relationship Id="rId15" Type="http://schemas.openxmlformats.org/officeDocument/2006/relationships/tags" Target="../tags/tag274.xml"/><Relationship Id="rId16" Type="http://schemas.openxmlformats.org/officeDocument/2006/relationships/tags" Target="../tags/tag275.xml"/><Relationship Id="rId17" Type="http://schemas.openxmlformats.org/officeDocument/2006/relationships/tags" Target="../tags/tag276.xml"/><Relationship Id="rId18" Type="http://schemas.openxmlformats.org/officeDocument/2006/relationships/tags" Target="../tags/tag277.xml"/><Relationship Id="rId19" Type="http://schemas.openxmlformats.org/officeDocument/2006/relationships/tags" Target="../tags/tag278.xml"/><Relationship Id="rId20" Type="http://schemas.openxmlformats.org/officeDocument/2006/relationships/tags" Target="../tags/tag279.xml"/><Relationship Id="rId21" Type="http://schemas.openxmlformats.org/officeDocument/2006/relationships/tags" Target="../tags/tag280.xml"/><Relationship Id="rId22" Type="http://schemas.openxmlformats.org/officeDocument/2006/relationships/slideLayout" Target="../slideLayouts/slideLayout2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tags" Target="../tags/tag281.xml"/><Relationship Id="rId2" Type="http://schemas.openxmlformats.org/officeDocument/2006/relationships/tags" Target="../tags/tag282.xml"/><Relationship Id="rId3" Type="http://schemas.openxmlformats.org/officeDocument/2006/relationships/tags" Target="../tags/tag283.xml"/><Relationship Id="rId4" Type="http://schemas.openxmlformats.org/officeDocument/2006/relationships/slideLayout" Target="../slideLayouts/slideLayout3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tags" Target="../tags/tag284.xml"/><Relationship Id="rId2" Type="http://schemas.openxmlformats.org/officeDocument/2006/relationships/tags" Target="../tags/tag285.xml"/><Relationship Id="rId3" Type="http://schemas.openxmlformats.org/officeDocument/2006/relationships/image" Target="../media/image6.jpeg"/><Relationship Id="rId4" Type="http://schemas.openxmlformats.org/officeDocument/2006/relationships/tags" Target="../tags/tag286.xml"/><Relationship Id="rId5" Type="http://schemas.openxmlformats.org/officeDocument/2006/relationships/tags" Target="../tags/tag287.xml"/><Relationship Id="rId6" Type="http://schemas.openxmlformats.org/officeDocument/2006/relationships/tags" Target="../tags/tag288.xml"/><Relationship Id="rId7" Type="http://schemas.openxmlformats.org/officeDocument/2006/relationships/tags" Target="../tags/tag289.xml"/><Relationship Id="rId8" Type="http://schemas.openxmlformats.org/officeDocument/2006/relationships/slideLayout" Target="../slideLayouts/slideLayout19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tags" Target="../tags/tag290.xml"/><Relationship Id="rId2" Type="http://schemas.openxmlformats.org/officeDocument/2006/relationships/tags" Target="../tags/tag291.xml"/><Relationship Id="rId3" Type="http://schemas.openxmlformats.org/officeDocument/2006/relationships/tags" Target="../tags/tag292.xml"/><Relationship Id="rId4" Type="http://schemas.openxmlformats.org/officeDocument/2006/relationships/image" Target="../media/image7.jpeg"/><Relationship Id="rId5" Type="http://schemas.openxmlformats.org/officeDocument/2006/relationships/tags" Target="../tags/tag293.xml"/><Relationship Id="rId6" Type="http://schemas.openxmlformats.org/officeDocument/2006/relationships/tags" Target="../tags/tag294.xml"/><Relationship Id="rId7" Type="http://schemas.openxmlformats.org/officeDocument/2006/relationships/tags" Target="../tags/tag295.xml"/><Relationship Id="rId8" Type="http://schemas.openxmlformats.org/officeDocument/2006/relationships/tags" Target="../tags/tag296.xml"/><Relationship Id="rId9" Type="http://schemas.openxmlformats.org/officeDocument/2006/relationships/image" Target="../media/image8.jpeg"/><Relationship Id="rId10" Type="http://schemas.openxmlformats.org/officeDocument/2006/relationships/tags" Target="../tags/tag297.xml"/><Relationship Id="rId11" Type="http://schemas.openxmlformats.org/officeDocument/2006/relationships/tags" Target="../tags/tag298.xml"/><Relationship Id="rId12" Type="http://schemas.openxmlformats.org/officeDocument/2006/relationships/tags" Target="../tags/tag299.xml"/><Relationship Id="rId13" Type="http://schemas.openxmlformats.org/officeDocument/2006/relationships/tags" Target="../tags/tag300.xml"/><Relationship Id="rId14" Type="http://schemas.openxmlformats.org/officeDocument/2006/relationships/image" Target="../media/image9.jpeg"/><Relationship Id="rId15" Type="http://schemas.openxmlformats.org/officeDocument/2006/relationships/tags" Target="../tags/tag301.xml"/><Relationship Id="rId16" Type="http://schemas.openxmlformats.org/officeDocument/2006/relationships/tags" Target="../tags/tag302.xml"/><Relationship Id="rId17" Type="http://schemas.openxmlformats.org/officeDocument/2006/relationships/tags" Target="../tags/tag303.xml"/><Relationship Id="rId18" Type="http://schemas.openxmlformats.org/officeDocument/2006/relationships/slideLayout" Target="../slideLayouts/slideLayout18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tags" Target="../tags/tag304.xml"/><Relationship Id="rId2" Type="http://schemas.openxmlformats.org/officeDocument/2006/relationships/tags" Target="../tags/tag305.xml"/><Relationship Id="rId3" Type="http://schemas.openxmlformats.org/officeDocument/2006/relationships/tags" Target="../tags/tag306.xml"/><Relationship Id="rId4" Type="http://schemas.openxmlformats.org/officeDocument/2006/relationships/slideLayout" Target="../slideLayouts/slideLayout3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tags" Target="../tags/tag307.xml"/><Relationship Id="rId2" Type="http://schemas.openxmlformats.org/officeDocument/2006/relationships/tags" Target="../tags/tag308.xml"/><Relationship Id="rId3" Type="http://schemas.openxmlformats.org/officeDocument/2006/relationships/image" Target="../media/image10.jpeg"/><Relationship Id="rId4" Type="http://schemas.openxmlformats.org/officeDocument/2006/relationships/tags" Target="../tags/tag309.xml"/><Relationship Id="rId5" Type="http://schemas.openxmlformats.org/officeDocument/2006/relationships/tags" Target="../tags/tag310.xml"/><Relationship Id="rId6" Type="http://schemas.openxmlformats.org/officeDocument/2006/relationships/tags" Target="../tags/tag311.xml"/><Relationship Id="rId7" Type="http://schemas.openxmlformats.org/officeDocument/2006/relationships/tags" Target="../tags/tag312.xml"/><Relationship Id="rId8" Type="http://schemas.openxmlformats.org/officeDocument/2006/relationships/tags" Target="../tags/tag313.xml"/><Relationship Id="rId9" Type="http://schemas.openxmlformats.org/officeDocument/2006/relationships/tags" Target="../tags/tag314.xml"/><Relationship Id="rId10" Type="http://schemas.openxmlformats.org/officeDocument/2006/relationships/tags" Target="../tags/tag315.xml"/><Relationship Id="rId11" Type="http://schemas.openxmlformats.org/officeDocument/2006/relationships/slideLayout" Target="../slideLayouts/slideLayout2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tags" Target="../tags/tag316.xml"/><Relationship Id="rId2" Type="http://schemas.openxmlformats.org/officeDocument/2006/relationships/tags" Target="../tags/tag317.xml"/><Relationship Id="rId3" Type="http://schemas.openxmlformats.org/officeDocument/2006/relationships/tags" Target="../tags/tag318.xml"/><Relationship Id="rId4" Type="http://schemas.openxmlformats.org/officeDocument/2006/relationships/slideLayout" Target="../slideLayouts/slideLayout3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image" Target="../media/image11.jpeg"/><Relationship Id="rId4" Type="http://schemas.openxmlformats.org/officeDocument/2006/relationships/tags" Target="../tags/tag321.xml"/><Relationship Id="rId5" Type="http://schemas.openxmlformats.org/officeDocument/2006/relationships/tags" Target="../tags/tag322.xml"/><Relationship Id="rId6" Type="http://schemas.openxmlformats.org/officeDocument/2006/relationships/tags" Target="../tags/tag323.xml"/><Relationship Id="rId7" Type="http://schemas.openxmlformats.org/officeDocument/2006/relationships/tags" Target="../tags/tag324.xml"/><Relationship Id="rId8" Type="http://schemas.openxmlformats.org/officeDocument/2006/relationships/tags" Target="../tags/tag325.xml"/><Relationship Id="rId9" Type="http://schemas.openxmlformats.org/officeDocument/2006/relationships/tags" Target="../tags/tag326.xml"/><Relationship Id="rId10" Type="http://schemas.openxmlformats.org/officeDocument/2006/relationships/slideLayout" Target="../slideLayouts/slideLayout2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tags" Target="../tags/tag327.xml"/><Relationship Id="rId2" Type="http://schemas.openxmlformats.org/officeDocument/2006/relationships/tags" Target="../tags/tag328.xml"/><Relationship Id="rId3" Type="http://schemas.openxmlformats.org/officeDocument/2006/relationships/image" Target="../media/image12.jpeg"/><Relationship Id="rId4" Type="http://schemas.openxmlformats.org/officeDocument/2006/relationships/tags" Target="../tags/tag329.xml"/><Relationship Id="rId5" Type="http://schemas.openxmlformats.org/officeDocument/2006/relationships/tags" Target="../tags/tag330.xml"/><Relationship Id="rId6" Type="http://schemas.openxmlformats.org/officeDocument/2006/relationships/tags" Target="../tags/tag331.xml"/><Relationship Id="rId7" Type="http://schemas.openxmlformats.org/officeDocument/2006/relationships/slideLayout" Target="../slideLayouts/slideLayout1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tags" Target="../tags/tag332.xml"/><Relationship Id="rId2" Type="http://schemas.openxmlformats.org/officeDocument/2006/relationships/tags" Target="../tags/tag333.xml"/><Relationship Id="rId3" Type="http://schemas.openxmlformats.org/officeDocument/2006/relationships/image" Target="../media/image13.jpeg"/><Relationship Id="rId4" Type="http://schemas.openxmlformats.org/officeDocument/2006/relationships/tags" Target="../tags/tag334.xml"/><Relationship Id="rId5" Type="http://schemas.openxmlformats.org/officeDocument/2006/relationships/tags" Target="../tags/tag335.xml"/><Relationship Id="rId6" Type="http://schemas.openxmlformats.org/officeDocument/2006/relationships/tags" Target="../tags/tag336.xml"/><Relationship Id="rId7" Type="http://schemas.openxmlformats.org/officeDocument/2006/relationships/tags" Target="../tags/tag337.xml"/><Relationship Id="rId8" Type="http://schemas.openxmlformats.org/officeDocument/2006/relationships/tags" Target="../tags/tag338.xml"/><Relationship Id="rId9" Type="http://schemas.openxmlformats.org/officeDocument/2006/relationships/slideLayout" Target="../slideLayouts/slideLayout1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tags" Target="../tags/tag339.xml"/><Relationship Id="rId2" Type="http://schemas.openxmlformats.org/officeDocument/2006/relationships/tags" Target="../tags/tag340.xml"/><Relationship Id="rId3" Type="http://schemas.openxmlformats.org/officeDocument/2006/relationships/tags" Target="../tags/tag341.xml"/><Relationship Id="rId4" Type="http://schemas.openxmlformats.org/officeDocument/2006/relationships/slideLayout" Target="../slideLayouts/slideLayout3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tags" Target="../tags/tag342.xml"/><Relationship Id="rId2" Type="http://schemas.openxmlformats.org/officeDocument/2006/relationships/tags" Target="../tags/tag343.xml"/><Relationship Id="rId3" Type="http://schemas.openxmlformats.org/officeDocument/2006/relationships/image" Target="../media/image14.jpeg"/><Relationship Id="rId4" Type="http://schemas.openxmlformats.org/officeDocument/2006/relationships/tags" Target="../tags/tag344.xml"/><Relationship Id="rId5" Type="http://schemas.openxmlformats.org/officeDocument/2006/relationships/tags" Target="../tags/tag345.xml"/><Relationship Id="rId6" Type="http://schemas.openxmlformats.org/officeDocument/2006/relationships/tags" Target="../tags/tag346.xml"/><Relationship Id="rId7" Type="http://schemas.openxmlformats.org/officeDocument/2006/relationships/tags" Target="../tags/tag347.xml"/><Relationship Id="rId8" Type="http://schemas.openxmlformats.org/officeDocument/2006/relationships/tags" Target="../tags/tag348.xml"/><Relationship Id="rId9" Type="http://schemas.openxmlformats.org/officeDocument/2006/relationships/tags" Target="../tags/tag349.xml"/><Relationship Id="rId10" Type="http://schemas.openxmlformats.org/officeDocument/2006/relationships/tags" Target="../tags/tag350.xml"/><Relationship Id="rId11" Type="http://schemas.openxmlformats.org/officeDocument/2006/relationships/slideLayout" Target="../slideLayouts/slideLayout2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tags" Target="../tags/tag351.xml"/><Relationship Id="rId2" Type="http://schemas.openxmlformats.org/officeDocument/2006/relationships/tags" Target="../tags/tag352.xml"/><Relationship Id="rId3" Type="http://schemas.openxmlformats.org/officeDocument/2006/relationships/image" Target="../media/image15.jpeg"/><Relationship Id="rId4" Type="http://schemas.openxmlformats.org/officeDocument/2006/relationships/tags" Target="../tags/tag353.xml"/><Relationship Id="rId5" Type="http://schemas.openxmlformats.org/officeDocument/2006/relationships/tags" Target="../tags/tag354.xml"/><Relationship Id="rId6" Type="http://schemas.openxmlformats.org/officeDocument/2006/relationships/tags" Target="../tags/tag355.xml"/><Relationship Id="rId7" Type="http://schemas.openxmlformats.org/officeDocument/2006/relationships/image" Target="../media/image16.jpeg"/><Relationship Id="rId8" Type="http://schemas.openxmlformats.org/officeDocument/2006/relationships/tags" Target="../tags/tag356.xml"/><Relationship Id="rId9" Type="http://schemas.openxmlformats.org/officeDocument/2006/relationships/tags" Target="../tags/tag357.xml"/><Relationship Id="rId10" Type="http://schemas.openxmlformats.org/officeDocument/2006/relationships/tags" Target="../tags/tag358.xml"/><Relationship Id="rId11" Type="http://schemas.openxmlformats.org/officeDocument/2006/relationships/image" Target="../media/image17.jpeg"/><Relationship Id="rId12" Type="http://schemas.openxmlformats.org/officeDocument/2006/relationships/tags" Target="../tags/tag359.xml"/><Relationship Id="rId13" Type="http://schemas.openxmlformats.org/officeDocument/2006/relationships/tags" Target="../tags/tag360.xml"/><Relationship Id="rId14" Type="http://schemas.openxmlformats.org/officeDocument/2006/relationships/tags" Target="../tags/tag361.xml"/><Relationship Id="rId15" Type="http://schemas.openxmlformats.org/officeDocument/2006/relationships/slideLayout" Target="../slideLayouts/slideLayout1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tags" Target="../tags/tag362.xml"/><Relationship Id="rId2" Type="http://schemas.openxmlformats.org/officeDocument/2006/relationships/tags" Target="../tags/tag363.xml"/><Relationship Id="rId3" Type="http://schemas.openxmlformats.org/officeDocument/2006/relationships/tags" Target="../tags/tag364.xml"/><Relationship Id="rId4" Type="http://schemas.openxmlformats.org/officeDocument/2006/relationships/slideLayout" Target="../slideLayouts/slideLayout3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tags" Target="../tags/tag365.xml"/><Relationship Id="rId2" Type="http://schemas.openxmlformats.org/officeDocument/2006/relationships/tags" Target="../tags/tag366.xml"/><Relationship Id="rId3" Type="http://schemas.openxmlformats.org/officeDocument/2006/relationships/image" Target="../media/image18.jpeg"/><Relationship Id="rId4" Type="http://schemas.openxmlformats.org/officeDocument/2006/relationships/tags" Target="../tags/tag367.xml"/><Relationship Id="rId5" Type="http://schemas.openxmlformats.org/officeDocument/2006/relationships/tags" Target="../tags/tag368.xml"/><Relationship Id="rId6" Type="http://schemas.openxmlformats.org/officeDocument/2006/relationships/tags" Target="../tags/tag369.xml"/><Relationship Id="rId7" Type="http://schemas.openxmlformats.org/officeDocument/2006/relationships/tags" Target="../tags/tag370.xml"/><Relationship Id="rId8" Type="http://schemas.openxmlformats.org/officeDocument/2006/relationships/slideLayout" Target="../slideLayouts/slideLayout1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tags" Target="../tags/tag371.xml"/><Relationship Id="rId2" Type="http://schemas.openxmlformats.org/officeDocument/2006/relationships/tags" Target="../tags/tag372.xml"/><Relationship Id="rId3" Type="http://schemas.openxmlformats.org/officeDocument/2006/relationships/image" Target="../media/image19.jpeg"/><Relationship Id="rId4" Type="http://schemas.openxmlformats.org/officeDocument/2006/relationships/tags" Target="../tags/tag373.xml"/><Relationship Id="rId5" Type="http://schemas.openxmlformats.org/officeDocument/2006/relationships/tags" Target="../tags/tag374.xml"/><Relationship Id="rId6" Type="http://schemas.openxmlformats.org/officeDocument/2006/relationships/tags" Target="../tags/tag375.xml"/><Relationship Id="rId7" Type="http://schemas.openxmlformats.org/officeDocument/2006/relationships/image" Target="../media/image20.jpeg"/><Relationship Id="rId8" Type="http://schemas.openxmlformats.org/officeDocument/2006/relationships/tags" Target="../tags/tag376.xml"/><Relationship Id="rId9" Type="http://schemas.openxmlformats.org/officeDocument/2006/relationships/tags" Target="../tags/tag377.xml"/><Relationship Id="rId10" Type="http://schemas.openxmlformats.org/officeDocument/2006/relationships/tags" Target="../tags/tag378.xml"/><Relationship Id="rId11" Type="http://schemas.openxmlformats.org/officeDocument/2006/relationships/slideLayout" Target="../slideLayouts/slideLayout1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tags" Target="../tags/tag379.xml"/><Relationship Id="rId2" Type="http://schemas.openxmlformats.org/officeDocument/2006/relationships/tags" Target="../tags/tag380.xml"/><Relationship Id="rId3" Type="http://schemas.openxmlformats.org/officeDocument/2006/relationships/tags" Target="../tags/tag381.xml"/><Relationship Id="rId4" Type="http://schemas.openxmlformats.org/officeDocument/2006/relationships/slideLayout" Target="../slideLayouts/slideLayout35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tags" Target="../tags/tag382.xml"/><Relationship Id="rId2" Type="http://schemas.openxmlformats.org/officeDocument/2006/relationships/tags" Target="../tags/tag383.xml"/><Relationship Id="rId3" Type="http://schemas.openxmlformats.org/officeDocument/2006/relationships/tags" Target="../tags/tag384.xml"/><Relationship Id="rId4" Type="http://schemas.openxmlformats.org/officeDocument/2006/relationships/image" Target="../media/image21.jpeg"/><Relationship Id="rId5" Type="http://schemas.openxmlformats.org/officeDocument/2006/relationships/tags" Target="../tags/tag385.xml"/><Relationship Id="rId6" Type="http://schemas.openxmlformats.org/officeDocument/2006/relationships/tags" Target="../tags/tag386.xml"/><Relationship Id="rId7" Type="http://schemas.openxmlformats.org/officeDocument/2006/relationships/tags" Target="../tags/tag387.xml"/><Relationship Id="rId8" Type="http://schemas.openxmlformats.org/officeDocument/2006/relationships/tags" Target="../tags/tag388.xml"/><Relationship Id="rId9" Type="http://schemas.openxmlformats.org/officeDocument/2006/relationships/image" Target="../media/image22.jpeg"/><Relationship Id="rId10" Type="http://schemas.openxmlformats.org/officeDocument/2006/relationships/tags" Target="../tags/tag389.xml"/><Relationship Id="rId11" Type="http://schemas.openxmlformats.org/officeDocument/2006/relationships/tags" Target="../tags/tag390.xml"/><Relationship Id="rId12" Type="http://schemas.openxmlformats.org/officeDocument/2006/relationships/tags" Target="../tags/tag391.xml"/><Relationship Id="rId13" Type="http://schemas.openxmlformats.org/officeDocument/2006/relationships/tags" Target="../tags/tag392.xml"/><Relationship Id="rId14" Type="http://schemas.openxmlformats.org/officeDocument/2006/relationships/image" Target="../media/image23.jpeg"/><Relationship Id="rId15" Type="http://schemas.openxmlformats.org/officeDocument/2006/relationships/tags" Target="../tags/tag393.xml"/><Relationship Id="rId16" Type="http://schemas.openxmlformats.org/officeDocument/2006/relationships/tags" Target="../tags/tag394.xml"/><Relationship Id="rId17" Type="http://schemas.openxmlformats.org/officeDocument/2006/relationships/tags" Target="../tags/tag395.xml"/><Relationship Id="rId18" Type="http://schemas.openxmlformats.org/officeDocument/2006/relationships/tags" Target="../tags/tag396.xml"/><Relationship Id="rId19" Type="http://schemas.openxmlformats.org/officeDocument/2006/relationships/slideLayout" Target="../slideLayouts/slideLayout1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tags" Target="../tags/tag397.xml"/><Relationship Id="rId2" Type="http://schemas.openxmlformats.org/officeDocument/2006/relationships/tags" Target="../tags/tag398.xml"/><Relationship Id="rId3" Type="http://schemas.openxmlformats.org/officeDocument/2006/relationships/tags" Target="../tags/tag399.xml"/><Relationship Id="rId4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>
          <a:xfrm>
            <a:off x="1200785" y="3134995"/>
            <a:ext cx="6097058" cy="457200"/>
          </a:xfrm>
        </p:spPr>
        <p:txBody>
          <a:bodyPr/>
          <a:p>
            <a:r>
              <a:rPr altLang="en-US" lang="zh-CN"/>
              <a:t>开源项目与社区的数据洞察工具与可视化作品</a:t>
            </a:r>
            <a:endParaRPr altLang="en-US" lang="zh-CN"/>
          </a:p>
          <a:p>
            <a:endParaRPr altLang="en-US" lang="zh-CN"/>
          </a:p>
        </p:txBody>
      </p:sp>
      <p:sp>
        <p:nvSpPr>
          <p:cNvPr id="1048669" name="标题 3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1200785" y="1156970"/>
            <a:ext cx="6352646" cy="2540000"/>
          </a:xfrm>
        </p:spPr>
        <p:txBody>
          <a:bodyPr>
            <a:normAutofit/>
          </a:bodyPr>
          <a:p>
            <a:r>
              <a:rPr altLang="en-US" sz="5400" lang="zh-CN"/>
              <a:t>听涛——百度贴吧舆情监控</a:t>
            </a:r>
            <a:r>
              <a:rPr altLang="en-US" sz="5400" lang="en-US"/>
              <a:t>工具</a:t>
            </a:r>
            <a:r>
              <a:rPr altLang="en-US" sz="5400" lang="zh-CN"/>
              <a:t>设计方案</a:t>
            </a:r>
            <a:endParaRPr altLang="en-US" sz="5400" lang="zh-CN"/>
          </a:p>
        </p:txBody>
      </p:sp>
      <p:sp>
        <p:nvSpPr>
          <p:cNvPr id="1048670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>
          <a:xfrm>
            <a:off x="1200784" y="4011820"/>
            <a:ext cx="2869800" cy="1482784"/>
          </a:xfrm>
        </p:spPr>
        <p:txBody>
          <a:bodyPr>
            <a:noAutofit/>
          </a:bodyPr>
          <a:p>
            <a:r>
              <a:rPr altLang="en-US" sz="2400" lang="en-US"/>
              <a:t>队长</a:t>
            </a:r>
            <a:r>
              <a:rPr altLang="en-US" sz="2400" lang="en-US"/>
              <a:t>：</a:t>
            </a:r>
            <a:r>
              <a:rPr altLang="en-US" sz="2400" lang="en-US"/>
              <a:t>田朴序</a:t>
            </a:r>
            <a:endParaRPr altLang="en-US" sz="2800" lang="zh-CN"/>
          </a:p>
          <a:p>
            <a:endParaRPr altLang="en-US" sz="2400" lang="zh-CN"/>
          </a:p>
          <a:p>
            <a:r>
              <a:rPr altLang="en-US" sz="2400" lang="en-US"/>
              <a:t>队员</a:t>
            </a:r>
            <a:r>
              <a:rPr altLang="en-US" sz="2400" lang="en-US"/>
              <a:t>：</a:t>
            </a:r>
            <a:r>
              <a:rPr altLang="en-US" sz="2400" lang="en-US"/>
              <a:t>刘宇轩</a:t>
            </a:r>
            <a:endParaRPr altLang="en-US" lang="zh-CN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/>
      </p:grpSpPr>
      <p:sp>
        <p:nvSpPr>
          <p:cNvPr id="1048694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altLang="en-US" lang="zh-CN"/>
              <a:t>CONTENTS</a:t>
            </a:r>
            <a:endParaRPr altLang="en-US" lang="zh-CN"/>
          </a:p>
        </p:txBody>
      </p:sp>
      <p:sp>
        <p:nvSpPr>
          <p:cNvPr id="1048695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目录</a:t>
            </a:r>
            <a:endParaRPr altLang="en-US" lang="zh-CN"/>
          </a:p>
        </p:txBody>
      </p:sp>
      <p:sp>
        <p:nvSpPr>
          <p:cNvPr id="1048696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altLang="en-US" lang="en-US"/>
              <a:t>01</a:t>
            </a:r>
            <a:endParaRPr altLang="en-US" lang="en-US"/>
          </a:p>
        </p:txBody>
      </p:sp>
      <p:sp>
        <p:nvSpPr>
          <p:cNvPr id="1048697" name="装饰  3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698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altLang="en-US" sz="2000" lang="zh-CN">
                <a:sym typeface="+mn-ea"/>
              </a:rPr>
              <a:t>背景洞察：数字时代的声誉管理挑战</a:t>
            </a:r>
            <a:endParaRPr altLang="en-US" sz="1700" lang="zh-CN"/>
          </a:p>
        </p:txBody>
      </p:sp>
      <p:sp>
        <p:nvSpPr>
          <p:cNvPr id="1048699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altLang="en-US" lang="en-US"/>
              <a:t>02</a:t>
            </a:r>
            <a:endParaRPr altLang="en-US" lang="en-US"/>
          </a:p>
        </p:txBody>
      </p:sp>
      <p:sp>
        <p:nvSpPr>
          <p:cNvPr id="1048700" name="装饰  6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01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altLang="en-US" sz="2000" lang="zh-CN">
                <a:sym typeface="+mn-ea"/>
              </a:rPr>
              <a:t>解决方案：精准、智能、合规的监控</a:t>
            </a:r>
            <a:r>
              <a:rPr altLang="en-US" sz="2000" lang="en-US">
                <a:sym typeface="+mn-ea"/>
              </a:rPr>
              <a:t>工具</a:t>
            </a:r>
            <a:endParaRPr altLang="en-US" sz="1700" lang="zh-CN"/>
          </a:p>
        </p:txBody>
      </p:sp>
      <p:sp>
        <p:nvSpPr>
          <p:cNvPr id="1048702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altLang="en-US" lang="en-US"/>
              <a:t>03</a:t>
            </a:r>
            <a:endParaRPr altLang="en-US" lang="en-US"/>
          </a:p>
        </p:txBody>
      </p:sp>
      <p:sp>
        <p:nvSpPr>
          <p:cNvPr id="1048703" name="装饰  9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04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altLang="en-US" sz="2000" lang="zh-CN">
                <a:sym typeface="+mn-ea"/>
              </a:rPr>
              <a:t>系统架构：技术实现方案</a:t>
            </a:r>
            <a:endParaRPr altLang="en-US" sz="1700" lang="zh-CN"/>
          </a:p>
        </p:txBody>
      </p:sp>
      <p:sp>
        <p:nvSpPr>
          <p:cNvPr id="1048705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altLang="en-US" lang="en-US"/>
              <a:t>04</a:t>
            </a:r>
            <a:endParaRPr altLang="en-US" lang="en-US"/>
          </a:p>
        </p:txBody>
      </p:sp>
      <p:sp>
        <p:nvSpPr>
          <p:cNvPr id="1048706" name="装饰  2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07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altLang="en-US" sz="2000" lang="zh-CN"/>
              <a:t>创新亮点：合规性、智能化与开源内核</a:t>
            </a:r>
            <a:endParaRPr altLang="en-US" sz="1700" lang="zh-CN"/>
          </a:p>
        </p:txBody>
      </p:sp>
      <p:sp>
        <p:nvSpPr>
          <p:cNvPr id="1048708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altLang="en-US" lang="en-US"/>
              <a:t>05</a:t>
            </a:r>
            <a:endParaRPr altLang="en-US" lang="en-US"/>
          </a:p>
        </p:txBody>
      </p:sp>
      <p:sp>
        <p:nvSpPr>
          <p:cNvPr id="1048709" name="装饰  5"/>
          <p:cNvSpPr>
            <a:spLocks noGrp="1"/>
          </p:cNvSpPr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10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altLang="en-US" sz="2000" lang="zh-CN"/>
              <a:t> 规划与展望：商业潜力</a:t>
            </a:r>
            <a:endParaRPr altLang="en-US" sz="1700" lang="zh-CN"/>
          </a:p>
        </p:txBody>
      </p:sp>
      <p:sp>
        <p:nvSpPr>
          <p:cNvPr id="1048711" name="文本占位符 18"/>
          <p:cNvSpPr>
            <a:spLocks noGrp="1"/>
          </p:cNvSpPr>
          <p:nvPr>
            <p:ph type="body" idx="16398"/>
            <p:custDataLst>
              <p:tags r:id="rId18"/>
            </p:custDataLst>
          </p:nvPr>
        </p:nvSpPr>
        <p:spPr/>
        <p:txBody>
          <a:bodyPr/>
          <a:p>
            <a:r>
              <a:rPr altLang="en-US" lang="en-US"/>
              <a:t>06</a:t>
            </a:r>
            <a:endParaRPr altLang="en-US" lang="en-US"/>
          </a:p>
        </p:txBody>
      </p:sp>
      <p:sp>
        <p:nvSpPr>
          <p:cNvPr id="1048712" name="装饰  8"/>
          <p:cNvSpPr>
            <a:spLocks noGrp="1"/>
          </p:cNvSpPr>
          <p:nvPr>
            <p:ph type="body" idx="16404"/>
            <p:custDataLst>
              <p:tags r:id="rId19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13" name="文本占位符 20"/>
          <p:cNvSpPr>
            <a:spLocks noGrp="1"/>
          </p:cNvSpPr>
          <p:nvPr>
            <p:ph type="body" idx="16397"/>
            <p:custDataLst>
              <p:tags r:id="rId20"/>
            </p:custDataLst>
          </p:nvPr>
        </p:nvSpPr>
        <p:spPr/>
        <p:txBody>
          <a:bodyPr>
            <a:normAutofit/>
          </a:bodyPr>
          <a:p>
            <a:r>
              <a:rPr altLang="en-US" sz="2400" lang="zh-CN"/>
              <a:t>总结</a:t>
            </a:r>
            <a:endParaRPr altLang="en-US" sz="1700" lang="zh-CN"/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标题 19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>
                <a:sym typeface="+mn-ea"/>
              </a:rPr>
              <a:t>背景洞察：数字时代的声誉管理挑战</a:t>
            </a:r>
            <a:endParaRPr altLang="en-US" lang="zh-CN"/>
          </a:p>
        </p:txBody>
      </p:sp>
      <p:sp>
        <p:nvSpPr>
          <p:cNvPr id="1048715" name="文本占位符 2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altLang="en-US" lang="en-US"/>
              <a:t>01</a:t>
            </a:r>
            <a:endParaRPr altLang="en-US"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/>
      </p:grpSpPr>
      <p:sp>
        <p:nvSpPr>
          <p:cNvPr id="1048724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核心痛点</a:t>
            </a:r>
            <a:endParaRPr altLang="en-US" lang="zh-CN"/>
          </a:p>
        </p:txBody>
      </p:sp>
      <p:pic>
        <p:nvPicPr>
          <p:cNvPr id="2097164" name="内容占位符 2" descr="77cd301b-e30a-11f0-b642-9a4f2e017e58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t="1879" b="1879"/>
          <a:stretch>
            <a:fillRect/>
          </a:stretch>
        </p:blipFill>
        <p:spPr>
          <a:xfrm>
            <a:off x="609600" y="15240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725" name="装饰  1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26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企业/实体声誉易受冲击</a:t>
            </a:r>
            <a:endParaRPr altLang="en-US" lang="zh-CN"/>
          </a:p>
        </p:txBody>
      </p:sp>
      <p:sp>
        <p:nvSpPr>
          <p:cNvPr id="1048727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altLang="en-US" sz="2000" lang="zh-CN"/>
              <a:t>在去中心化的社交媒体时代，百度贴吧等平台具有匿名性、圈子化特点，企业或实体的声誉极易在此类平台受到快速冲击，面临诸多不确定性。</a:t>
            </a:r>
            <a:endParaRPr altLang="en-US" lang="zh-CN"/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/>
      </p:grpSpPr>
      <p:sp>
        <p:nvSpPr>
          <p:cNvPr id="1048744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具体挑战</a:t>
            </a:r>
            <a:endParaRPr altLang="en-US" lang="zh-CN"/>
          </a:p>
        </p:txBody>
      </p:sp>
      <p:sp>
        <p:nvSpPr>
          <p:cNvPr id="1048745" name="装饰  0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pic>
        <p:nvPicPr>
          <p:cNvPr id="2097165" name="图片占位符 3" descr="75f9c6e8-e30a-11f0-b7c0-5abb7579478b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xmlns:r="http://schemas.openxmlformats.org/officeDocument/2006/relationships" r:embed="rId4"/>
          <a:srcRect l="1746" t="7500" b="556"/>
          <a:stretch>
            <a:fillRect/>
          </a:stretch>
        </p:blipFill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746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发现滞后</a:t>
            </a:r>
            <a:endParaRPr altLang="en-US" lang="zh-CN"/>
          </a:p>
        </p:txBody>
      </p:sp>
      <p:sp>
        <p:nvSpPr>
          <p:cNvPr id="1048747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altLang="en-US" sz="1600" lang="zh-CN"/>
              <a:t>负面口碑、虚假信息或客户集中吐槽往往在特定贴吧发酵后，企业才会察觉，这使得企业错过最佳应对时机，可能导致问题进一步恶化。</a:t>
            </a:r>
            <a:endParaRPr altLang="en-US" lang="zh-CN"/>
          </a:p>
        </p:txBody>
      </p:sp>
      <p:sp>
        <p:nvSpPr>
          <p:cNvPr id="1048748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pic>
        <p:nvPicPr>
          <p:cNvPr id="2097166" name="图片占位符 7" descr="75f9c752-e30a-11f0-b7c0-5abb7579478b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xmlns:r="http://schemas.openxmlformats.org/officeDocument/2006/relationships" r:embed="rId9"/>
          <a:srcRect l="725" r="725"/>
          <a:stretch>
            <a:fillRect/>
          </a:stretch>
        </p:blipFill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4874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收集低效</a:t>
            </a:r>
            <a:endParaRPr altLang="en-US" lang="zh-CN"/>
          </a:p>
        </p:txBody>
      </p:sp>
      <p:sp>
        <p:nvSpPr>
          <p:cNvPr id="104875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目前依赖人工搜索和浏览的方式，难以对海量、非结构化的数据进行全天候覆盖和有效汇总，从而影响对舆情的全面了解。</a:t>
            </a:r>
            <a:endParaRPr altLang="en-US" lang="zh-CN"/>
          </a:p>
        </p:txBody>
      </p:sp>
      <p:sp>
        <p:nvSpPr>
          <p:cNvPr id="104875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pic>
        <p:nvPicPr>
          <p:cNvPr id="2097167" name="图片占位符 11" descr="75f9cd95-e30a-11f0-b7c0-5abb7579478b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xmlns:r="http://schemas.openxmlformats.org/officeDocument/2006/relationships" r:embed="rId14"/>
          <a:srcRect l="18579" t="1389" r="1235" b="16944"/>
          <a:stretch>
            <a:fillRect/>
          </a:stretch>
        </p:blipFill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752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分析表面</a:t>
            </a:r>
            <a:endParaRPr altLang="en-US" lang="zh-CN"/>
          </a:p>
        </p:txBody>
      </p:sp>
      <p:sp>
        <p:nvSpPr>
          <p:cNvPr id="1048753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传统分析仅能统计数量，缺乏对情绪倾向、话题演变、核心诉求的深度语义理解，无法为企业提供更有价值的决策参考。</a:t>
            </a:r>
            <a:endParaRPr altLang="en-US" lang="zh-CN"/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标题 19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>
                <a:sym typeface="+mn-ea"/>
              </a:rPr>
              <a:t>解决方案：精准、智能、合规的监控</a:t>
            </a:r>
            <a:r>
              <a:rPr altLang="en-US" lang="en-US">
                <a:sym typeface="+mn-ea"/>
              </a:rPr>
              <a:t>工具</a:t>
            </a:r>
            <a:endParaRPr altLang="en-US" lang="zh-CN"/>
          </a:p>
        </p:txBody>
      </p:sp>
      <p:sp>
        <p:nvSpPr>
          <p:cNvPr id="1048755" name="文本占位符 2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altLang="en-US" lang="en-US"/>
              <a:t>02</a:t>
            </a:r>
            <a:endParaRPr altLang="en-US" 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/>
      </p:grpSpPr>
      <p:sp>
        <p:nvSpPr>
          <p:cNvPr id="1048767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 fontScale="100000"/>
          </a:bodyPr>
          <a:p>
            <a:r>
              <a:rPr altLang="en-US" lang="zh-CN"/>
              <a:t>解决方案：精准、智能、合规的监控</a:t>
            </a:r>
            <a:r>
              <a:rPr altLang="en-US" lang="en-US"/>
              <a:t>工具</a:t>
            </a:r>
            <a:endParaRPr altLang="en-US" lang="zh-CN"/>
          </a:p>
        </p:txBody>
      </p:sp>
      <p:pic>
        <p:nvPicPr>
          <p:cNvPr id="2097168" name="内容占位符 2" descr="75b0c707-e30a-11f0-94a0-5282d2a4582d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t="45" b="45"/>
          <a:stretch>
            <a:fillRect/>
          </a:stretch>
        </p:blipFill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768" name="装饰  1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69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altLang="en-US" b="1" sz="2400" lang="zh-CN"/>
              <a:t>产品定位</a:t>
            </a:r>
            <a:endParaRPr altLang="en-US" b="1" lang="zh-CN"/>
          </a:p>
        </p:txBody>
      </p:sp>
      <p:sp>
        <p:nvSpPr>
          <p:cNvPr id="1048770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“听涛”是一款为企业及各类实体打造的，专注于百度贴吧的开源、可自部署的舆情监控与数据分析工具，能满足</a:t>
            </a:r>
            <a:r>
              <a:rPr altLang="en-US" sz="1800" lang="en-US"/>
              <a:t>用户</a:t>
            </a:r>
            <a:r>
              <a:rPr altLang="en-US" sz="1800" lang="zh-CN"/>
              <a:t>对贴吧舆情监控的需求。</a:t>
            </a:r>
            <a:endParaRPr altLang="en-US" lang="zh-CN"/>
          </a:p>
        </p:txBody>
      </p:sp>
      <p:sp>
        <p:nvSpPr>
          <p:cNvPr id="1048771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72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核心</a:t>
            </a:r>
            <a:r>
              <a:rPr altLang="en-US" b="1" lang="en-US"/>
              <a:t>功能</a:t>
            </a:r>
            <a:endParaRPr altLang="en-US" b="1" lang="zh-CN"/>
          </a:p>
        </p:txBody>
      </p:sp>
      <p:sp>
        <p:nvSpPr>
          <p:cNvPr id="1048773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r>
              <a:rPr altLang="en-US" sz="1800" lang="zh-CN"/>
              <a:t>舆论搜索可在百度贴吧获取用户输入关键词相关信息；深度洞察利用大模型区分不同类型舆情；辅助决策生成可视化报告，支撑公关策略。</a:t>
            </a:r>
            <a:endParaRPr altLang="en-US" lang="zh-CN"/>
          </a:p>
        </p:txBody>
      </p:sp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9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>
                <a:sym typeface="+mn-ea"/>
              </a:rPr>
              <a:t>系统架构：技术实现</a:t>
            </a:r>
            <a:r>
              <a:rPr altLang="en-US" lang="zh-CN">
                <a:sym typeface="+mn-ea"/>
              </a:rPr>
              <a:t>方案</a:t>
            </a:r>
            <a:endParaRPr altLang="en-US" lang="zh-CN">
              <a:sym typeface="+mn-ea"/>
            </a:endParaRPr>
          </a:p>
        </p:txBody>
      </p:sp>
      <p:sp>
        <p:nvSpPr>
          <p:cNvPr id="1048775" name="文本占位符 2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altLang="en-US" lang="en-US"/>
              <a:t>03</a:t>
            </a:r>
            <a:endParaRPr altLang="en-US" 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/>
      </p:grpSpPr>
      <p:sp>
        <p:nvSpPr>
          <p:cNvPr id="1048786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系统架构：开源技术栈驱动的实现路径</a:t>
            </a:r>
            <a:endParaRPr altLang="en-US" lang="zh-CN"/>
          </a:p>
        </p:txBody>
      </p:sp>
      <p:pic>
        <p:nvPicPr>
          <p:cNvPr id="2097169" name="内容占位符 2" descr="780a6c31-e30a-11f0-a447-fa5995ace16d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t="532" b="532"/>
          <a:stretch>
            <a:fillRect/>
          </a:stretch>
        </p:blipFill>
        <p:spPr>
          <a:xfrm>
            <a:off x="609600" y="1524000"/>
            <a:ext cx="3581400" cy="4724400"/>
          </a:xfrm>
          <a:custGeom>
            <a:avLst/>
            <a:gdLst>
              <a:gd name="connisteX0" fmla="*/ 0 w 3581400"/>
              <a:gd name="connsiteY0" fmla="*/ 203200 h 4724400"/>
              <a:gd name="connisteX1" fmla="*/ 203200 w 3581400"/>
              <a:gd name="connsiteY1" fmla="*/ 0 h 4724400"/>
              <a:gd name="connisteX2" fmla="*/ 3581400 w 3581400"/>
              <a:gd name="connsiteY2" fmla="*/ 0 h 4724400"/>
              <a:gd name="connisteX3" fmla="*/ 3581400 w 3581400"/>
              <a:gd name="connsiteY3" fmla="*/ 4724400 h 4724400"/>
              <a:gd name="connisteX4" fmla="*/ 203200 w 3581400"/>
              <a:gd name="connsiteY4" fmla="*/ 4724400 h 4724400"/>
              <a:gd name="connisteX5" fmla="*/ 0 w 3581400"/>
              <a:gd name="connsiteY5" fmla="*/ 4521200 h 4724400"/>
              <a:gd name="connisteX6" fmla="*/ 0 w 358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58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81400" y="0"/>
                </a:lnTo>
                <a:lnTo>
                  <a:pt x="358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787" name="装饰  1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788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采集模块</a:t>
            </a:r>
            <a:endParaRPr altLang="en-US" b="1" lang="zh-CN"/>
          </a:p>
        </p:txBody>
      </p:sp>
      <p:sp>
        <p:nvSpPr>
          <p:cNvPr id="1048789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altLang="en-US" sz="2000" lang="zh-CN"/>
              <a:t>基于爬虫集群进行数据采集，重点强调严格遵循合规规则，确保在合法合规的前提下获取百度贴吧的相关舆情数据。</a:t>
            </a:r>
            <a:endParaRPr altLang="en-US" lang="zh-CN"/>
          </a:p>
        </p:txBody>
      </p:sp>
      <p:sp>
        <p:nvSpPr>
          <p:cNvPr id="1048790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处理与分析模块</a:t>
            </a:r>
            <a:endParaRPr altLang="en-US" b="1" lang="zh-CN"/>
          </a:p>
        </p:txBody>
      </p:sp>
      <p:sp>
        <p:nvSpPr>
          <p:cNvPr id="1048791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altLang="en-US" sz="2000" lang="zh-CN"/>
              <a:t>包括数据清洗与标准化，核心分析引擎集成大模型 API（如 DeepSeek）与微调的领域分类模型，实现情感分析、主题聚类、实体识别等功能。</a:t>
            </a:r>
            <a:endParaRPr altLang="en-US" lang="zh-CN"/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/>
      </p:grpSpPr>
      <p:sp>
        <p:nvSpPr>
          <p:cNvPr id="1048659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采集模块</a:t>
            </a:r>
            <a:endParaRPr altLang="en-US" b="1" lang="zh-CN"/>
          </a:p>
        </p:txBody>
      </p:sp>
      <p:pic>
        <p:nvPicPr>
          <p:cNvPr id="2097161" name="内容占位符 2" descr="7802b2f0-e30a-11f0-94a0-5282d2a4582d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t="1992" b="1992"/>
          <a:stretch>
            <a:fillRect/>
          </a:stretch>
        </p:blipFill>
        <p:spPr>
          <a:xfrm>
            <a:off x="609600" y="609600"/>
            <a:ext cx="10972800" cy="2946400"/>
          </a:xfrm>
          <a:custGeom>
            <a:avLst/>
            <a:gdLst>
              <a:gd name="connisteX0" fmla="*/ 0 w 10972800"/>
              <a:gd name="connsiteY0" fmla="*/ 203200 h 2946400"/>
              <a:gd name="connisteX1" fmla="*/ 203200 w 10972800"/>
              <a:gd name="connsiteY1" fmla="*/ 0 h 2946400"/>
              <a:gd name="connisteX2" fmla="*/ 10769600 w 10972800"/>
              <a:gd name="connsiteY2" fmla="*/ 0 h 2946400"/>
              <a:gd name="connisteX3" fmla="*/ 10972800 w 10972800"/>
              <a:gd name="connsiteY3" fmla="*/ 203200 h 2946400"/>
              <a:gd name="connisteX4" fmla="*/ 10972800 w 10972800"/>
              <a:gd name="connsiteY4" fmla="*/ 2743200 h 2946400"/>
              <a:gd name="connisteX5" fmla="*/ 10769600 w 10972800"/>
              <a:gd name="connsiteY5" fmla="*/ 2946400 h 2946400"/>
              <a:gd name="connisteX6" fmla="*/ 203200 w 10972800"/>
              <a:gd name="connsiteY6" fmla="*/ 2946400 h 2946400"/>
              <a:gd name="connisteX7" fmla="*/ 0 w 10972800"/>
              <a:gd name="connsiteY7" fmla="*/ 2743200 h 2946400"/>
              <a:gd name="connisteX8" fmla="*/ 0 w 109728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109728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43200"/>
                </a:lnTo>
                <a:cubicBezTo>
                  <a:pt x="10972800" y="2855424"/>
                  <a:pt x="10881824" y="2946400"/>
                  <a:pt x="107696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660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基于爬虫集群</a:t>
            </a:r>
            <a:endParaRPr altLang="en-US" lang="zh-CN"/>
          </a:p>
        </p:txBody>
      </p:sp>
      <p:sp>
        <p:nvSpPr>
          <p:cNvPr id="1048661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altLang="en-US" sz="2000" lang="zh-CN"/>
              <a:t>本平台的采集模块依靠爬虫集群来开展工作，通过其高效的抓取能力，可以广泛收集目标数据。同时，严格遵循合规规则，确保在合法框架内进行数据采集工作。</a:t>
            </a:r>
            <a:endParaRPr altLang="en-US" lang="zh-CN"/>
          </a:p>
        </p:txBody>
      </p: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/>
      </p:grpSpPr>
      <p:sp>
        <p:nvSpPr>
          <p:cNvPr id="1048635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处理与分析模块</a:t>
            </a:r>
            <a:endParaRPr altLang="en-US" lang="zh-CN"/>
          </a:p>
        </p:txBody>
      </p:sp>
      <p:pic>
        <p:nvPicPr>
          <p:cNvPr id="2097159" name="内容占位符 2" descr="759969ff-e30a-11f0-b2af-3696cb272f50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l="90" r="90"/>
          <a:stretch>
            <a:fillRect/>
          </a:stretch>
        </p:blipFill>
        <p:spPr>
          <a:xfrm>
            <a:off x="609600" y="609600"/>
            <a:ext cx="10972800" cy="2641600"/>
          </a:xfrm>
          <a:custGeom>
            <a:avLst/>
            <a:gdLst>
              <a:gd name="connisteX0" fmla="*/ 0 w 10972800"/>
              <a:gd name="connsiteY0" fmla="*/ 203200 h 2641600"/>
              <a:gd name="connisteX1" fmla="*/ 203200 w 10972800"/>
              <a:gd name="connsiteY1" fmla="*/ 0 h 2641600"/>
              <a:gd name="connisteX2" fmla="*/ 10769600 w 10972800"/>
              <a:gd name="connsiteY2" fmla="*/ 0 h 2641600"/>
              <a:gd name="connisteX3" fmla="*/ 10972800 w 10972800"/>
              <a:gd name="connsiteY3" fmla="*/ 203200 h 2641600"/>
              <a:gd name="connisteX4" fmla="*/ 10972800 w 10972800"/>
              <a:gd name="connsiteY4" fmla="*/ 2438400 h 2641600"/>
              <a:gd name="connisteX5" fmla="*/ 10769600 w 10972800"/>
              <a:gd name="connsiteY5" fmla="*/ 2641600 h 2641600"/>
              <a:gd name="connisteX6" fmla="*/ 203200 w 10972800"/>
              <a:gd name="connsiteY6" fmla="*/ 2641600 h 2641600"/>
              <a:gd name="connisteX7" fmla="*/ 0 w 10972800"/>
              <a:gd name="connsiteY7" fmla="*/ 2438400 h 2641600"/>
              <a:gd name="connisteX8" fmla="*/ 0 w 109728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109728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38400"/>
                </a:lnTo>
                <a:cubicBezTo>
                  <a:pt x="10972800" y="2550624"/>
                  <a:pt x="10881824" y="2641600"/>
                  <a:pt x="107696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636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altLang="en-US" b="1" sz="2800" lang="zh-CN"/>
              <a:t>数据清洗与标准化</a:t>
            </a:r>
            <a:endParaRPr altLang="en-US" b="1" lang="zh-CN"/>
          </a:p>
        </p:txBody>
      </p:sp>
      <p:sp>
        <p:nvSpPr>
          <p:cNvPr id="1048637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在处理与分析模块中，数据清洗与标准化是首要工作。这一环节将对采集来的数据进行初步整理和规范，去除无用信息，使数据格式统一，以便后续能更高效地进行深入分析。</a:t>
            </a:r>
            <a:endParaRPr altLang="en-US" lang="zh-CN"/>
          </a:p>
        </p:txBody>
      </p:sp>
      <p:sp>
        <p:nvSpPr>
          <p:cNvPr id="1048638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altLang="en-US" b="1" sz="2800" lang="zh-CN"/>
              <a:t>核心分析引擎</a:t>
            </a:r>
            <a:endParaRPr altLang="en-US" b="1" lang="zh-CN"/>
          </a:p>
        </p:txBody>
      </p:sp>
      <p:sp>
        <p:nvSpPr>
          <p:cNvPr id="1048639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核心分析引擎集成了大模型API（如DeepSeek）与微调的领域分类模型，它能够对处理后的数据开展情感分析、主题聚类等操作，为</a:t>
            </a:r>
            <a:r>
              <a:rPr altLang="en-US" sz="1800" lang="en-US"/>
              <a:t>用户</a:t>
            </a:r>
            <a:r>
              <a:rPr altLang="en-US" sz="1800" lang="zh-CN"/>
              <a:t>实现深度分析奠定基础。</a:t>
            </a:r>
            <a:endParaRPr altLang="en-US" lang="zh-CN"/>
          </a:p>
        </p:txBody>
      </p: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9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创新亮点：合规性、智能化与开源内核</a:t>
            </a:r>
            <a:endParaRPr altLang="en-US" lang="zh-CN"/>
          </a:p>
        </p:txBody>
      </p:sp>
      <p:sp>
        <p:nvSpPr>
          <p:cNvPr id="1048623" name="文本占位符 2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altLang="en-US" lang="en-US"/>
              <a:t>04</a:t>
            </a:r>
            <a:endParaRPr altLang="en-US" 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/>
      </p:grpSpPr>
      <p:sp>
        <p:nvSpPr>
          <p:cNvPr id="1048593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创新亮点：合规性、智能化与开源内核</a:t>
            </a:r>
            <a:endParaRPr altLang="en-US" lang="zh-CN"/>
          </a:p>
        </p:txBody>
      </p:sp>
      <p:pic>
        <p:nvPicPr>
          <p:cNvPr id="2097154" name="内容占位符 2" descr="75f7a17c-e30a-11f0-94a0-5282d2a4582d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l="8524" r="9190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59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合规性</a:t>
            </a:r>
            <a:endParaRPr altLang="en-US" b="1" lang="zh-CN"/>
          </a:p>
        </p:txBody>
      </p:sp>
      <p:sp>
        <p:nvSpPr>
          <p:cNvPr id="104859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“听涛”在数据采集等各环节严格遵循合规规则，保障数据获取和使用的合法性，为</a:t>
            </a:r>
            <a:r>
              <a:rPr altLang="en-US" sz="1800" lang="en-US"/>
              <a:t>用户</a:t>
            </a:r>
            <a:r>
              <a:rPr altLang="en-US" sz="1800" lang="zh-CN"/>
              <a:t>提供合规的舆情监控服务。</a:t>
            </a:r>
            <a:endParaRPr altLang="en-US" lang="zh-CN"/>
          </a:p>
        </p:txBody>
      </p:sp>
      <p:sp>
        <p:nvSpPr>
          <p:cNvPr id="104859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智能化</a:t>
            </a:r>
            <a:endParaRPr altLang="en-US" b="1" lang="zh-CN"/>
          </a:p>
        </p:txBody>
      </p:sp>
      <p:sp>
        <p:nvSpPr>
          <p:cNvPr id="104859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借助大模型 API 与微调的领域分类模型，实现对舆情数据的深度分析，如情感分析、主题聚类等，具备高度的智能化。</a:t>
            </a:r>
            <a:endParaRPr altLang="en-US" lang="zh-CN"/>
          </a:p>
        </p:txBody>
      </p:sp>
      <p:sp>
        <p:nvSpPr>
          <p:cNvPr id="104859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开源内核</a:t>
            </a:r>
            <a:endParaRPr altLang="en-US" b="1" lang="zh-CN"/>
          </a:p>
        </p:txBody>
      </p:sp>
      <p:sp>
        <p:nvSpPr>
          <p:cNvPr id="104859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altLang="en-US" sz="1800" lang="zh-CN"/>
              <a:t>平台核心代码开源，这不仅降低了使用门槛，还方便</a:t>
            </a:r>
            <a:r>
              <a:rPr altLang="en-US" sz="1800" lang="en-US"/>
              <a:t>用户</a:t>
            </a:r>
            <a:r>
              <a:rPr altLang="en-US" sz="1800" lang="zh-CN"/>
              <a:t>根据自身需求进行定制和二次开发。</a:t>
            </a:r>
            <a:endParaRPr altLang="en-US" lang="zh-CN"/>
          </a:p>
        </p:txBody>
      </p: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/>
      </p:grpSpPr>
      <p:sp>
        <p:nvSpPr>
          <p:cNvPr id="1048613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核心</a:t>
            </a:r>
            <a:r>
              <a:rPr altLang="en-US" lang="zh-CN"/>
              <a:t>功能</a:t>
            </a:r>
            <a:endParaRPr altLang="en-US" lang="zh-CN"/>
          </a:p>
        </p:txBody>
      </p:sp>
      <p:pic>
        <p:nvPicPr>
          <p:cNvPr id="2097155" name="内容占位符 2" descr="787cb7bf-e30a-11f0-aed2-8a79c28b7404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l="271" r="271"/>
          <a:stretch>
            <a:fillRect/>
          </a:stretch>
        </p:blipFill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61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舆论搜索</a:t>
            </a:r>
            <a:endParaRPr altLang="en-US" b="1" lang="zh-CN"/>
          </a:p>
        </p:txBody>
      </p:sp>
      <p:sp>
        <p:nvSpPr>
          <p:cNvPr id="104861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该平台可在百度贴吧上获取用户输入关键词相关信息，通过这一功能，企业能及时了解与自身相关的舆论动态，为后续的舆情分析和决策提供基础数据支持。</a:t>
            </a:r>
            <a:endParaRPr altLang="en-US" lang="zh-CN"/>
          </a:p>
        </p:txBody>
      </p:sp>
      <p:pic>
        <p:nvPicPr>
          <p:cNvPr id="2097156" name="内容占位符 5" descr="787cb608-e30a-11f0-aed2-8a79c28b7404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xmlns:r="http://schemas.openxmlformats.org/officeDocument/2006/relationships" r:embed="rId7"/>
          <a:srcRect l="6410" r="6410"/>
          <a:stretch>
            <a:fillRect/>
          </a:stretch>
        </p:blipFill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616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深度洞察</a:t>
            </a:r>
            <a:endParaRPr altLang="en-US" b="1" lang="zh-CN"/>
          </a:p>
        </p:txBody>
      </p:sp>
      <p:sp>
        <p:nvSpPr>
          <p:cNvPr id="1048617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利用大模型理解上下文，平台能够区分普通抱怨、严重投诉或有组织的黑公关，让</a:t>
            </a:r>
            <a:r>
              <a:rPr altLang="en-US" sz="1800" lang="en-US"/>
              <a:t>用户</a:t>
            </a:r>
            <a:r>
              <a:rPr altLang="en-US" sz="1800" lang="zh-CN"/>
              <a:t>准确把握舆情的性质和严重程度，以便采取针对性的应对措施。</a:t>
            </a:r>
            <a:endParaRPr altLang="en-US" lang="zh-CN"/>
          </a:p>
        </p:txBody>
      </p:sp>
      <p:pic>
        <p:nvPicPr>
          <p:cNvPr id="2097157" name="内容占位符 8" descr="787cb734-e30a-11f0-aed2-8a79c28b7404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xmlns:r="http://schemas.openxmlformats.org/officeDocument/2006/relationships" r:embed="rId11"/>
          <a:srcRect l="13243" r="13243"/>
          <a:stretch>
            <a:fillRect/>
          </a:stretch>
        </p:blipFill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618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altLang="en-US" b="1" lang="zh-CN"/>
              <a:t>辅助决策</a:t>
            </a:r>
            <a:endParaRPr altLang="en-US" b="1" lang="zh-CN"/>
          </a:p>
        </p:txBody>
      </p:sp>
      <p:sp>
        <p:nvSpPr>
          <p:cNvPr id="1048619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平台生成可视化报告，揭示舆情传播路径、关键影响者和公众情绪变化，为</a:t>
            </a:r>
            <a:r>
              <a:rPr altLang="en-US" sz="1800" lang="en-US"/>
              <a:t>用户</a:t>
            </a:r>
            <a:r>
              <a:rPr altLang="en-US" sz="1800" lang="zh-CN"/>
              <a:t>的公关策略提供有力支撑，帮助</a:t>
            </a:r>
            <a:r>
              <a:rPr altLang="en-US" sz="1800" lang="en-US"/>
              <a:t>用户</a:t>
            </a:r>
            <a:r>
              <a:rPr altLang="en-US" sz="1800" lang="zh-CN"/>
              <a:t>做出更科学、合理的决策。</a:t>
            </a:r>
            <a:endParaRPr altLang="en-US" lang="zh-CN"/>
          </a:p>
        </p:txBody>
      </p:sp>
    </p:spTree>
    <p:custDataLst>
      <p:tags r:id="rId1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标题 19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>
                <a:sym typeface="+mn-ea"/>
              </a:rPr>
              <a:t> 规划与展望：商业潜力</a:t>
            </a:r>
            <a:endParaRPr altLang="en-US" lang="zh-CN"/>
          </a:p>
        </p:txBody>
      </p:sp>
      <p:sp>
        <p:nvSpPr>
          <p:cNvPr id="1048625" name="文本占位符 2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altLang="en-US" lang="en-US"/>
              <a:t>05</a:t>
            </a:r>
            <a:endParaRPr altLang="en-US" 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/>
      </p:grpSpPr>
      <p:sp>
        <p:nvSpPr>
          <p:cNvPr id="1048648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市场机会</a:t>
            </a:r>
            <a:endParaRPr altLang="en-US" lang="zh-CN"/>
          </a:p>
        </p:txBody>
      </p:sp>
      <p:pic>
        <p:nvPicPr>
          <p:cNvPr id="2097160" name="内容占位符 2" descr="7827d5ed-e30a-11f0-b7c0-5abb7579478b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t="971" b="971"/>
          <a:stretch>
            <a:fillRect/>
          </a:stretch>
        </p:blipFill>
        <p:spPr>
          <a:xfrm>
            <a:off x="75184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48649" name="装饰  1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sp>
        <p:nvSpPr>
          <p:cNvPr id="1048650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altLang="en-US" b="1" sz="3200" lang="zh-CN"/>
              <a:t>缺乏监控工具</a:t>
            </a:r>
            <a:endParaRPr altLang="en-US" b="1" lang="zh-CN"/>
          </a:p>
        </p:txBody>
      </p:sp>
      <p:sp>
        <p:nvSpPr>
          <p:cNvPr id="1048651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altLang="en-US" sz="2400" lang="zh-CN"/>
              <a:t>市场上目前缺乏轻量、灵活、高性价比且高度合规的中文社交媒体监控工具，该</a:t>
            </a:r>
            <a:r>
              <a:rPr altLang="en-US" sz="2400" lang="en-US"/>
              <a:t>工具</a:t>
            </a:r>
            <a:r>
              <a:rPr altLang="en-US" sz="2400" lang="zh-CN"/>
              <a:t>有望填补这一空白，满足市场需求。</a:t>
            </a:r>
            <a:endParaRPr altLang="en-US" lang="zh-CN"/>
          </a:p>
        </p:txBody>
      </p:sp>
    </p:spTree>
    <p:custDataLst>
      <p:tags r:id="rId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/>
      </p:grpSpPr>
      <p:sp>
        <p:nvSpPr>
          <p:cNvPr id="104880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商业与社会价值展望</a:t>
            </a:r>
            <a:endParaRPr altLang="en-US" lang="zh-CN"/>
          </a:p>
        </p:txBody>
      </p:sp>
      <p:pic>
        <p:nvPicPr>
          <p:cNvPr id="2097170" name="图片占位符 2" descr="761b4740-e30a-11f0-94a0-5282d2a4582d"/>
          <p:cNvPicPr>
            <a:picLocks noChangeAspect="1"/>
          </p:cNvPicPr>
          <p:nvPr>
            <p:ph type="pic" idx="16390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l="16667" r="16667"/>
          <a:stretch>
            <a:fillRect/>
          </a:stretch>
        </p:blipFill>
        <p:spPr>
          <a:xfrm>
            <a:off x="20320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</p:spPr>
      </p:pic>
      <p:sp>
        <p:nvSpPr>
          <p:cNvPr id="1048803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商业路径</a:t>
            </a:r>
            <a:endParaRPr altLang="en-US" lang="zh-CN"/>
          </a:p>
        </p:txBody>
      </p:sp>
      <p:sp>
        <p:nvSpPr>
          <p:cNvPr id="1048804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altLang="en-US" sz="2000" lang="en-US"/>
              <a:t>本工具</a:t>
            </a:r>
            <a:r>
              <a:rPr altLang="en-US" sz="2000" lang="zh-CN"/>
              <a:t>的商业路径是采用核心代码开源的方式，同时为用户提供商业支持与高级特性定制服务。这既能吸引开发者加入，又能满足不同企业多样化、个性化的需求。</a:t>
            </a:r>
            <a:endParaRPr altLang="en-US" lang="zh-CN"/>
          </a:p>
        </p:txBody>
      </p:sp>
      <p:pic>
        <p:nvPicPr>
          <p:cNvPr id="2097171" name="图片占位符 5" descr="761b4749-e30a-11f0-94a0-5282d2a4582d"/>
          <p:cNvPicPr>
            <a:picLocks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xmlns:r="http://schemas.openxmlformats.org/officeDocument/2006/relationships" r:embed="rId7"/>
          <a:srcRect l="22826" t="1902" r="28623" b="25272"/>
          <a:stretch>
            <a:fillRect/>
          </a:stretch>
        </p:blipFill>
        <p:spPr>
          <a:xfrm>
            <a:off x="78232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r" b="b"/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</p:spPr>
      </p:pic>
      <p:sp>
        <p:nvSpPr>
          <p:cNvPr id="1048805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社会价值</a:t>
            </a:r>
            <a:endParaRPr altLang="en-US" lang="zh-CN"/>
          </a:p>
        </p:txBody>
      </p:sp>
      <p:sp>
        <p:nvSpPr>
          <p:cNvPr id="1048806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altLang="en-US" sz="2000" lang="zh-CN"/>
              <a:t>该</a:t>
            </a:r>
            <a:r>
              <a:rPr altLang="en-US" sz="2000" lang="en-US"/>
              <a:t>工具</a:t>
            </a:r>
            <a:r>
              <a:rPr altLang="en-US" sz="2000" lang="zh-CN"/>
              <a:t>的社会价值显著，它能助力企业更好地倾听用户在百度贴吧上的声音，有助于企业针对性地改善自身产品与服务，推动形成更健康、有序的商业数字环境。</a:t>
            </a:r>
            <a:endParaRPr altLang="en-US" lang="zh-CN"/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标题 19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总结</a:t>
            </a:r>
            <a:endParaRPr altLang="en-US" lang="zh-CN"/>
          </a:p>
        </p:txBody>
      </p:sp>
      <p:sp>
        <p:nvSpPr>
          <p:cNvPr id="1048808" name="文本占位符 2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altLang="en-US" lang="en-US"/>
              <a:t>06</a:t>
            </a:r>
            <a:endParaRPr altLang="en-US" 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/>
      </p:grpSpPr>
      <p:sp>
        <p:nvSpPr>
          <p:cNvPr id="1048825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en-US" lang="zh-CN"/>
              <a:t>项目重申</a:t>
            </a:r>
            <a:endParaRPr altLang="en-US" lang="zh-CN"/>
          </a:p>
        </p:txBody>
      </p:sp>
      <p:sp>
        <p:nvSpPr>
          <p:cNvPr id="1048826" name="装饰  0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pic>
        <p:nvPicPr>
          <p:cNvPr id="2097172" name="图片占位符 3" descr="75faad6d-e30a-11f0-b7c0-5abb7579478b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xmlns:r="http://schemas.openxmlformats.org/officeDocument/2006/relationships" r:embed="rId4"/>
          <a:srcRect t="12500" b="12500"/>
          <a:stretch>
            <a:fillRect/>
          </a:stretch>
        </p:blipFill>
        <p:spPr>
          <a:xfrm>
            <a:off x="6096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827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altLang="en-US" b="1" sz="2800" lang="zh-CN"/>
              <a:t>以开源精神构建</a:t>
            </a:r>
            <a:endParaRPr altLang="en-US" b="1" lang="zh-CN"/>
          </a:p>
        </p:txBody>
      </p:sp>
      <p:sp>
        <p:nvSpPr>
          <p:cNvPr id="1048828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altLang="en-US" sz="1800" lang="zh-CN"/>
              <a:t>“听涛”</a:t>
            </a:r>
            <a:r>
              <a:rPr altLang="en-US" sz="1800" lang="en-US"/>
              <a:t>工具</a:t>
            </a:r>
            <a:r>
              <a:rPr altLang="en-US" sz="1800" lang="zh-CN"/>
              <a:t>秉持开源精神构建，开源特性使其具有开放性和灵活性，便于</a:t>
            </a:r>
            <a:r>
              <a:rPr altLang="en-US" sz="1800" lang="en-US"/>
              <a:t>用户</a:t>
            </a:r>
            <a:r>
              <a:rPr altLang="en-US" sz="1800" lang="zh-CN"/>
              <a:t>根据自身需求进行定制和扩展，能更好地适应不同场景的舆情监控需求。</a:t>
            </a:r>
            <a:endParaRPr altLang="en-US" lang="zh-CN"/>
          </a:p>
        </p:txBody>
      </p:sp>
      <p:sp>
        <p:nvSpPr>
          <p:cNvPr id="1048829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pic>
        <p:nvPicPr>
          <p:cNvPr id="2097173" name="图片占位符 7" descr="75faaac8-e30a-11f0-b7c0-5abb7579478b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xmlns:r="http://schemas.openxmlformats.org/officeDocument/2006/relationships" r:embed="rId9"/>
          <a:srcRect t="12500" b="12500"/>
          <a:stretch>
            <a:fillRect/>
          </a:stretch>
        </p:blipFill>
        <p:spPr>
          <a:xfrm>
            <a:off x="43688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830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Autofit/>
          </a:bodyPr>
          <a:p>
            <a:r>
              <a:rPr altLang="en-US" b="1" sz="2800" lang="zh-CN"/>
              <a:t>以合规安全为基石</a:t>
            </a:r>
            <a:endParaRPr altLang="en-US" b="1" lang="zh-CN"/>
          </a:p>
        </p:txBody>
      </p:sp>
      <p:sp>
        <p:nvSpPr>
          <p:cNvPr id="1048831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altLang="en-US" sz="1800" lang="zh-CN"/>
              <a:t>该</a:t>
            </a:r>
            <a:r>
              <a:rPr altLang="en-US" sz="1800" lang="en-US"/>
              <a:t>工具</a:t>
            </a:r>
            <a:r>
              <a:rPr altLang="en-US" sz="1800" lang="zh-CN"/>
              <a:t>将合规安全作为基石，在数据采集和处理过程中严格遵循规则，保障数据的合法性和安全性，让</a:t>
            </a:r>
            <a:r>
              <a:rPr altLang="en-US" sz="1800" lang="en-US"/>
              <a:t>用户</a:t>
            </a:r>
            <a:r>
              <a:rPr altLang="en-US" sz="1800" lang="zh-CN"/>
              <a:t>在使用过程中无后顾之忧。</a:t>
            </a:r>
            <a:endParaRPr altLang="en-US" lang="zh-CN"/>
          </a:p>
        </p:txBody>
      </p:sp>
      <p:sp>
        <p:nvSpPr>
          <p:cNvPr id="1048832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altLang="en-US" lang="zh-CN"/>
              <a:t> </a:t>
            </a:r>
            <a:endParaRPr altLang="en-US" lang="zh-CN"/>
          </a:p>
        </p:txBody>
      </p:sp>
      <p:pic>
        <p:nvPicPr>
          <p:cNvPr id="2097174" name="图片占位符 11" descr="75faa751-e30a-11f0-b7c0-5abb7579478b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xmlns:r="http://schemas.openxmlformats.org/officeDocument/2006/relationships" r:embed="rId14"/>
          <a:srcRect t="12500" b="12500"/>
          <a:stretch>
            <a:fillRect/>
          </a:stretch>
        </p:blipFill>
        <p:spPr>
          <a:xfrm>
            <a:off x="81280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r" b="b"/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4883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Autofit/>
          </a:bodyPr>
          <a:p>
            <a:r>
              <a:rPr altLang="en-US" b="1" sz="2800" lang="zh-CN"/>
              <a:t>以智能分析为核心</a:t>
            </a:r>
            <a:endParaRPr altLang="en-US" b="1" lang="zh-CN"/>
          </a:p>
        </p:txBody>
      </p:sp>
      <p:sp>
        <p:nvSpPr>
          <p:cNvPr id="104883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altLang="en-US" sz="1800" lang="zh-CN"/>
              <a:t>“听涛”以智能分析为核心，利用大模型理解上下文，实现深度语义分析，能区分不同类型的舆情，为</a:t>
            </a:r>
            <a:r>
              <a:rPr altLang="en-US" sz="1800" lang="en-US"/>
              <a:t>用户</a:t>
            </a:r>
            <a:r>
              <a:rPr altLang="en-US" sz="1800" lang="zh-CN"/>
              <a:t>提供精准的洞察和决策支持。</a:t>
            </a:r>
            <a:endParaRPr altLang="en-US" lang="zh-CN"/>
          </a:p>
        </p:txBody>
      </p:sp>
      <p:sp>
        <p:nvSpPr>
          <p:cNvPr id="1048835" name="日期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3047365" y="609600"/>
            <a:ext cx="6097058" cy="457200"/>
          </a:xfrm>
          <a:prstGeom prst="rect"/>
        </p:spPr>
        <p:txBody>
          <a:bodyPr anchor="t" bIns="0" lIns="0" rIns="0" rtlCol="0" tIns="0" vert="horz" wrap="square">
            <a:normAutofit/>
          </a:bodyPr>
          <a:lstStyle>
            <a:lvl1pPr algn="l" defTabSz="914400" eaLnBrk="1" hangingPunct="1" indent="0" latinLnBrk="0" marL="0" rtl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ctr" defTabSz="914400" eaLnBrk="1" hangingPunct="1" indent="0" latinLnBrk="0" marL="457200" rtl="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ctr" defTabSz="914400" eaLnBrk="1" hangingPunct="1" indent="0" latinLnBrk="0" marL="914400" rtl="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ctr" defTabSz="914400" eaLnBrk="1" hangingPunct="1" indent="0" latinLnBrk="0" marL="1371600" rtl="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ctr" defTabSz="914400" eaLnBrk="1" hangingPunct="1" indent="0" latinLnBrk="0" marL="1828800" rtl="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ctr" defTabSz="914400" eaLnBrk="1" hangingPunct="1" indent="0" latinLnBrk="0" marL="22860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ctr" defTabSz="914400" eaLnBrk="1" hangingPunct="1" indent="0" latinLnBrk="0" marL="27432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ctr" defTabSz="914400" eaLnBrk="1" hangingPunct="1" indent="0" latinLnBrk="0" marL="32004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ctr" defTabSz="914400" eaLnBrk="1" hangingPunct="1" indent="0" latinLnBrk="0" marL="36576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altLang="en-US" lang="zh-CN"/>
              <a:t>开源项目与社区的数据洞察工具与可视化作品</a:t>
            </a:r>
            <a:endParaRPr altLang="en-US" lang="zh-CN"/>
          </a:p>
          <a:p>
            <a:endParaRPr altLang="en-US" lang="zh-CN"/>
          </a:p>
        </p:txBody>
      </p:sp>
    </p:spTree>
    <p:custDataLst>
      <p:tags r:id="rId18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Subtitle 10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altLang="en-US" lang="zh-CN"/>
              <a:t>THE END</a:t>
            </a:r>
            <a:endParaRPr altLang="en-US" lang="zh-CN"/>
          </a:p>
        </p:txBody>
      </p:sp>
      <p:sp>
        <p:nvSpPr>
          <p:cNvPr id="1048839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9375"/>
          </a:bodyPr>
          <a:p>
            <a:r>
              <a:rPr altLang="en-US" lang="zh-CN"/>
              <a:t>谢谢</a:t>
            </a:r>
            <a:endParaRPr altLang="en-US" 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e237cdb5748514367ee6918155fbca31df58fc"/>
  <p:tag name="KSO_WM_NEWLAYOUT_GROUP_ID" val="layout_57"/>
  <p:tag name="KSO_WM_NEWLAYOUT_ID" val="slide_138b38c969135e9e"/>
</p:tagLst>
</file>

<file path=ppt/tags/tag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a36e0b23d4af9d985c802fec1171430b71c5b66"/>
  <p:tag name="KSO_WM_NEWLAYOUT_GROUP_ID" val="layout_34"/>
  <p:tag name="KSO_WM_NEWLAYOUT_ID" val="slide_3833bd97a87af417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1631c5d336f3c21823ef8618751fed6245c622"/>
  <p:tag name="KSO_WM_NEWLAYOUT_GROUP_ID" val="layout_63"/>
  <p:tag name="KSO_WM_NEWLAYOUT_ID" val="slide_96919410b42e99e9"/>
</p:tagLst>
</file>

<file path=ppt/tags/tag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91faf9924babc0cb9128c23ac36b6fc8e125af"/>
  <p:tag name="KSO_WM_NEWLAYOUT_GROUP_ID" val="layout_51"/>
  <p:tag name="KSO_WM_NEWLAYOUT_ID" val="slide_d4072616678b84f4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9bf37172453736dc0c72c490d9841f93c51770"/>
  <p:tag name="KSO_WM_NEWLAYOUT_GROUP_ID" val="layout_10009"/>
  <p:tag name="KSO_WM_NEWLAYOUT_ID" val="slide_2536ba00920a4d07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25ca6bade6fc387b89fea1d8912b1d41aaa490f"/>
  <p:tag name="KSO_WM_NEWLAYOUT_GROUP_ID" val="layout_59"/>
  <p:tag name="KSO_WM_NEWLAYOUT_ID" val="slide_0b31d42d75cc12df"/>
</p:tagLst>
</file>

<file path=ppt/tags/tag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4a1788bac5fed7c5f7f94fa64d227637e2249c"/>
  <p:tag name="KSO_WM_NEWLAYOUT_GROUP_ID" val="layout_61"/>
  <p:tag name="KSO_WM_NEWLAYOUT_ID" val="slide_4b930c15976a31a0"/>
</p:tagLst>
</file>

<file path=ppt/tags/tag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9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bff48e53088c22d0de81a43c428ec817c99122"/>
  <p:tag name="KSO_WM_NEWLAYOUT_GROUP_ID" val="layout_26"/>
  <p:tag name="KSO_WM_NEWLAYOUT_ID" val="slide_4e8a2b389c8bbf30"/>
</p:tagLst>
</file>

<file path=ppt/tags/tag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d0880b7306ee4ae6a4af79243f55096933cae3"/>
  <p:tag name="KSO_WM_NEWLAYOUT_GROUP_ID" val="layout_42"/>
  <p:tag name="KSO_WM_NEWLAYOUT_ID" val="slide_dba8058e217f20e1"/>
</p:tagLst>
</file>

<file path=ppt/tags/tag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967b1ec62f5b832a2c9d62ab165e52ceee13471"/>
  <p:tag name="KSO_WM_NEWLAYOUT_GROUP_ID" val="layout_30"/>
  <p:tag name="KSO_WM_NEWLAYOUT_ID" val="slide_73726483a1eec23c"/>
</p:tagLst>
</file>

<file path=ppt/tags/tag1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11bb4cf27c1c04ed20faed94d2387af97d9518"/>
  <p:tag name="KSO_WM_NEWLAYOUT_GROUP_ID" val="layout_10012"/>
  <p:tag name="KSO_WM_NEWLAYOUT_ID" val="slide_ed19c0db6ed585c4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2ee8a75997f2fa719a7af1234cdb37a35a7b5ff"/>
  <p:tag name="KSO_WM_NEWLAYOUT_GROUP_ID" val="layout_60"/>
  <p:tag name="KSO_WM_NEWLAYOUT_ID" val="slide_2e2dbdde591b2dc4"/>
</p:tagLst>
</file>

<file path=ppt/tags/tag1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930c78baf314c98ac73bed6b478f524804731b"/>
  <p:tag name="KSO_WM_NEWLAYOUT_GROUP_ID" val="layout_6"/>
  <p:tag name="KSO_WM_NEWLAYOUT_ID" val="slide_e87187570ab29065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cdd22fc04e84b2584a440f9c4e907fff10721c"/>
  <p:tag name="KSO_WM_NEWLAYOUT_GROUP_ID" val="layout_2"/>
  <p:tag name="KSO_WM_NEWLAYOUT_ID" val="slide_dbd12360534da726"/>
</p:tagLst>
</file>

<file path=ppt/tags/tag1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19db077c096e829d53b74cb6a86524e652f8048"/>
  <p:tag name="KSO_WM_NEWLAYOUT_GROUP_ID" val="layout_1-5"/>
  <p:tag name="KSO_WM_NEWLAYOUT_ID" val="slide_ba60fb0293b23fd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5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6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6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6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7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1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78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79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8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2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8449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449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449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449"/>
</p:tagLst>
</file>

<file path=ppt/tags/tag18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186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87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8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8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1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2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3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4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5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199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3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7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0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4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5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6.xml><?xml version="1.0" encoding="utf-8"?>
<p:tagLst xmlns:p="http://schemas.openxmlformats.org/presentationml/2006/main">
  <p:tag name="LAYOUTZORDER" val="8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7.xml><?xml version="1.0" encoding="utf-8"?>
<p:tagLst xmlns:p="http://schemas.openxmlformats.org/presentationml/2006/main">
  <p:tag name="LAYOUTZORDER" val="9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0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1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1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20.xml><?xml version="1.0" encoding="utf-8"?>
<p:tagLst xmlns:p="http://schemas.openxmlformats.org/presentationml/2006/main">
  <p:tag name="LAYOUTZORDER" val="9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21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2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808d0051ed84a3ec04e564c1aa4951a5aafeecb"/>
  <p:tag name="KSO_WM_NEWLAYOUT_ID" val="724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2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2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42426e14767f1cf3ba054b88905bd4eae52f4c5"/>
  <p:tag name="KSO_WM_NEWLAYOUT_ID" val="730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2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2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2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2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79aa26556c37107d4c8e662d7a429798e9cc897"/>
  <p:tag name="KSO_WM_NEWLAYOUT_ID" val="738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ee8a9b87928cb49257f58f5902df7214fcc20cc"/>
  <p:tag name="KSO_WM_NEWLAYOUT_ID" val="1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4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4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4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5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5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52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53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449"/>
</p:tagLst>
</file>

<file path=ppt/tags/tag254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8449"/>
  <p:tag name="KSO_WM_TEMPLATE_CATEGORY" val="custom"/>
  <p:tag name="KSO_WM_TEMPLATE_MASTER_TYPE" val="0"/>
  <p:tag name="KSO_WM_TAG_VERSION" val="3.0"/>
</p:tagLst>
</file>

<file path=ppt/tags/tag255.xml><?xml version="1.0" encoding="utf-8"?>
<p:tagLst xmlns:p="http://schemas.openxmlformats.org/presentationml/2006/main">
  <p:tag name="KSO_WM_AITEMPLATE_STYLE_ID" val="69796638997"/>
</p:tagLst>
</file>

<file path=ppt/tags/tag256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5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808d0051ed84a3ec04e564c1aa4951a5aafeecb"/>
  <p:tag name="KSO_WM_NEWLAYOUT_ID" val="724"/>
  <p:tag name="KSO_WM_UNIT_PRESET_TEXT" val="单击此处 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5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5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8449"/>
  <p:tag name="KSO_WM_TEMPLATE_CATEGORY" val="custom"/>
  <p:tag name="KSO_WM_SLIDE_INDEX" val="1"/>
  <p:tag name="KSO_WM_SLIDE_ID" val="custom40488449_1"/>
  <p:tag name="KSO_WM_TEMPLATE_MASTER_TYPE" val="0"/>
  <p:tag name="KSO_WM_SLIDE_LAYOUT" val="a_f"/>
  <p:tag name="KSO_WM_SLIDE_LAYOUT_CNT" val="1_2"/>
  <p:tag name="KSO_WM_TAG_VERSION" val="3.0"/>
</p:tagLst>
</file>

<file path=ppt/tags/tag2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19db077c096e829d53b74cb6a86524e652f8048"/>
  <p:tag name="KSO_WM_NEWLAYOUT_GROUP_ID" val="layout_1-5"/>
  <p:tag name="KSO_WM_NEWLAYOUT_ID" val="slide_ba60fb0293b23fd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27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  <p:tag name="KSO_WM_UNIT_PRESET_TEXT" val="06"/>
  <p:tag name="KSO_WM_SLIDE_FIGMA_DIAGRAM" val="1"/>
</p:tagLst>
</file>

<file path=ppt/tags/tag27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  <p:tag name="KSO_WM_UNIT_PRESET_TEXT" val=" "/>
  <p:tag name="KSO_WM_SLIDE_FIGMA_DIAGRAM" val="1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  <p:tag name="KSO_WM_SLIDE_FIGMA_DIAGRAM" val="1"/>
</p:tagLst>
</file>

<file path=ppt/tags/tag280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BEAUTIFY_FLAG" val="#wm#"/>
  <p:tag name="KSO_WM_TEMPLATE_FIGMA_ID" val="69796638997"/>
  <p:tag name="KSO_WM_TEMPLATE_SLIDE_ID" val="slide_ba60fb0293b23fda"/>
</p:tagLst>
</file>

<file path=ppt/tags/tag28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42426e14767f1cf3ba054b88905bd4eae52f4c5"/>
  <p:tag name="KSO_WM_NEWLAYOUT_ID" val="73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8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28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8449"/>
  <p:tag name="KSO_WM_TEMPLATE_CATEGORY" val="custom"/>
  <p:tag name="KSO_WM_SLIDE_INDEX" val="3"/>
  <p:tag name="KSO_WM_SLIDE_ID" val="custom40488449_7"/>
  <p:tag name="KSO_WM_TEMPLATE_MASTER_TYPE" val="0"/>
  <p:tag name="KSO_WM_SLIDE_LAYOUT" val="a_e"/>
  <p:tag name="KSO_WM_SLIDE_LAYOUT_CNT" val="1_1"/>
  <p:tag name="KSO_WM_TAG_VERSION" val="3.0"/>
</p:tagLst>
</file>

<file path=ppt/tags/tag2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d0880b7306ee4ae6a4af79243f55096933cae3"/>
  <p:tag name="KSO_WM_NEWLAYOUT_GROUP_ID" val="layout_42"/>
  <p:tag name="KSO_WM_NEWLAYOUT_ID" val="slide_dba8058e217f20e1"/>
  <p:tag name="KSO_WM_UNIT_PRESET_TEXT" val="单击此处添加标题"/>
</p:tagLst>
</file>

<file path=ppt/tags/tag2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2/62e37024-208f-452e-894a-6878d25b5090.jpg?Expires=1798365454\u0026AWSAccessKeyId=AKLT9NSy7kh8TIS1UzNqLRY2\u0026Signature=7wVwXsKv0HgINM7uyfNqGy4OCLY%3D&quot;,&quot;product_name&quot;:&quot;wps-wpp-pc&quot;,&quot;intention_code&quot;:&quot;wps_wpp_generate_outline_pay&quot;}*auto_qingqiu_3.0.4_Mock_V1_prod*1766829448412_64c5e6_19aa1233edc6-slide-9"/>
</p:tagLst>
</file>

<file path=ppt/tags/tag2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89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8997"/>
  <p:tag name="KSO_WM_TEMPLATE_SLIDE_ID" val="slide_dba8058e217f20e1"/>
</p:tagLst>
</file>

<file path=ppt/tags/tag2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bff48e53088c22d0de81a43c428ec817c99122"/>
  <p:tag name="KSO_WM_NEWLAYOUT_GROUP_ID" val="layout_26"/>
  <p:tag name="KSO_WM_NEWLAYOUT_ID" val="slide_4e8a2b389c8bbf30"/>
  <p:tag name="KSO_WM_UNIT_PRESET_TEXT" val="单击此处添加标题"/>
</p:tagLst>
</file>

<file path=ppt/tags/tag2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500948345&quot;,&quot;product_name&quot;:&quot;wps-wpp-pc&quot;,&quot;intention_code&quot;:&quot;wps_wpp_generate_outline_pay&quot;}*auto_gallery_3.0.4_Mock_V1_prod*1766829448412_64c5e6_19aa1233edc6-slide-10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08041828&quot;,&quot;product_name&quot;:&quot;wps-wpp-pc&quot;,&quot;intention_code&quot;:&quot;wps_wpp_generate_outline_pay&quot;}*auto_gallery_3.0.4_Mock_V1_prod*1766829448412_64c5e6_19aa1233edc6-slide-10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848284442&quot;,&quot;product_name&quot;:&quot;wps-wpp-pc&quot;,&quot;intention_code&quot;:&quot;wps_wpp_generate_outline_pay&quot;}*auto_gallery_3.0.4_Mock_V1_prod*1766829448412_64c5e6_19aa1233edc6-slide-10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0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8997"/>
  <p:tag name="KSO_WM_TEMPLATE_SLIDE_ID" val="slide_4e8a2b389c8bbf30"/>
</p:tagLst>
</file>

<file path=ppt/tags/tag30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42426e14767f1cf3ba054b88905bd4eae52f4c5"/>
  <p:tag name="KSO_WM_NEWLAYOUT_ID" val="73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0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06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8449"/>
  <p:tag name="KSO_WM_TEMPLATE_CATEGORY" val="custom"/>
  <p:tag name="KSO_WM_SLIDE_INDEX" val="3"/>
  <p:tag name="KSO_WM_SLIDE_ID" val="custom40488449_7"/>
  <p:tag name="KSO_WM_TEMPLATE_MASTER_TYPE" val="0"/>
  <p:tag name="KSO_WM_SLIDE_LAYOUT" val="a_e"/>
  <p:tag name="KSO_WM_SLIDE_LAYOUT_CNT" val="1_1"/>
  <p:tag name="KSO_WM_TAG_VERSION" val="3.0"/>
</p:tagLst>
</file>

<file path=ppt/tags/tag3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930c78baf314c98ac73bed6b478f524804731b"/>
  <p:tag name="KSO_WM_NEWLAYOUT_GROUP_ID" val="layout_6"/>
  <p:tag name="KSO_WM_NEWLAYOUT_ID" val="slide_e87187570ab29065"/>
  <p:tag name="KSO_WM_UNIT_PRESET_TEXT" val="单击此处添加标题"/>
</p:tagLst>
</file>

<file path=ppt/tags/tag3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/9b153eff9d0c27bd8873980da47d3d9f_0.png?Expires=1766915851\u0026AWSAccessKeyId=AKLTHzmNYxS86KQFnb2pvxtA\u0026Signature=W%2Fz8LP7m6%2B9Hiw95ORKXZ7H48bQ%3D&quot;,&quot;product_name&quot;:&quot;wps-wpp-pc&quot;,&quot;intention_code&quot;:&quot;wps_wpp_generate_outline_pay&quot;}*auto_cache_hit_3.0.4_Mock_V1_prod*1766829448412_64c5e6_19aa1233edc6-slide-4"/>
</p:tagLst>
</file>

<file path=ppt/tags/tag3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8997"/>
  <p:tag name="KSO_WM_TEMPLATE_SLIDE_ID" val="slide_e87187570ab29065"/>
</p:tagLst>
</file>

<file path=ppt/tags/tag31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42426e14767f1cf3ba054b88905bd4eae52f4c5"/>
  <p:tag name="KSO_WM_NEWLAYOUT_ID" val="73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1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18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8449"/>
  <p:tag name="KSO_WM_TEMPLATE_CATEGORY" val="custom"/>
  <p:tag name="KSO_WM_SLIDE_INDEX" val="3"/>
  <p:tag name="KSO_WM_SLIDE_ID" val="custom40488449_7"/>
  <p:tag name="KSO_WM_TEMPLATE_MASTER_TYPE" val="0"/>
  <p:tag name="KSO_WM_SLIDE_LAYOUT" val="a_e"/>
  <p:tag name="KSO_WM_SLIDE_LAYOUT_CNT" val="1_1"/>
  <p:tag name="KSO_WM_TAG_VERSION" val="3.0"/>
</p:tagLst>
</file>

<file path=ppt/tags/tag3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2ee8a75997f2fa719a7af1234cdb37a35a7b5ff"/>
  <p:tag name="KSO_WM_NEWLAYOUT_GROUP_ID" val="layout_60"/>
  <p:tag name="KSO_WM_NEWLAYOUT_ID" val="slide_2e2dbdde591b2dc4"/>
  <p:tag name="KSO_WM_UNIT_PRESET_TEXT" val="单击此处添加标题"/>
</p:tagLst>
</file>

<file path=ppt/tags/tag3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2/10ce8848-6e3d-4202-99f0-8bedca7f4a16.jpg?Expires=1798365455\u0026AWSAccessKeyId=AKLT9NSy7kh8TIS1UzNqLRY2\u0026Signature=AYFmcf4q2DBJRS2fWYA%2BWEj4Adc%3D&quot;,&quot;product_name&quot;:&quot;wps-wpp-pc&quot;,&quot;intention_code&quot;:&quot;wps_wpp_generate_outline_pay&quot;}*auto_qingqiu_3.0.4_Mock_V1_prod*1766829448412_64c5e6_19aa1233edc6-slide-5"/>
</p:tagLst>
</file>

<file path=ppt/tags/tag321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8997"/>
  <p:tag name="KSO_WM_TEMPLATE_SLIDE_ID" val="slide_2e2dbdde591b2dc4"/>
</p:tagLst>
</file>

<file path=ppt/tags/tag3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91faf9924babc0cb9128c23ac36b6fc8e125af"/>
  <p:tag name="KSO_WM_NEWLAYOUT_GROUP_ID" val="layout_51"/>
  <p:tag name="KSO_WM_NEWLAYOUT_ID" val="slide_d4072616678b84f4"/>
  <p:tag name="KSO_WM_UNIT_PRESET_TEXT" val="单击此处添加标题"/>
</p:tagLst>
</file>

<file path=ppt/tags/tag3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2/55187e1c-d0a2-4625-9579-9325d94c6b7b.jpg?Expires=1798365455\u0026AWSAccessKeyId=AKLT9NSy7kh8TIS1UzNqLRY2\u0026Signature=S5mz2VtfFqfnwg3%2BPl0BmDeOTk4%3D&quot;,&quot;product_name&quot;:&quot;wps-wpp-pc&quot;,&quot;intention_code&quot;:&quot;wps_wpp_generate_outline_pay&quot;}*auto_qingqiu_3.0.4_Mock_V1_prod*1766829448412_64c5e6_19aa1233edc6-slide-16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8997"/>
  <p:tag name="KSO_WM_TEMPLATE_SLIDE_ID" val="slide_d4072616678b84f4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b1631c5d336f3c21823ef8618751fed6245c622"/>
  <p:tag name="KSO_WM_NEWLAYOUT_GROUP_ID" val="layout_63"/>
  <p:tag name="KSO_WM_NEWLAYOUT_ID" val="slide_96919410b42e99e9"/>
  <p:tag name="KSO_WM_UNIT_PRESET_TEXT" val="单击此处添加标题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/31dcfc5a657d13782e9a66af804ae175_0.png?Expires=1766915851\u0026AWSAccessKeyId=AKLTHzmNYxS86KQFnb2pvxtA\u0026Signature=JN3cY7y0hGCz93Y%2FnomQVXjGHg0%3D&quot;,&quot;product_name&quot;:&quot;wps-wpp-pc&quot;,&quot;intention_code&quot;:&quot;wps_wpp_generate_outline_pay&quot;}*auto_cache_hit_3.0.4_Mock_V1_prod*1766829448412_64c5e6_19aa1233edc6-slide-17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8997"/>
  <p:tag name="KSO_WM_TEMPLATE_SLIDE_ID" val="slide_96919410b42e99e9"/>
</p:tagLst>
</file>

<file path=ppt/tags/tag33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42426e14767f1cf3ba054b88905bd4eae52f4c5"/>
  <p:tag name="KSO_WM_NEWLAYOUT_ID" val="73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4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41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8449"/>
  <p:tag name="KSO_WM_TEMPLATE_CATEGORY" val="custom"/>
  <p:tag name="KSO_WM_SLIDE_INDEX" val="3"/>
  <p:tag name="KSO_WM_SLIDE_ID" val="custom40488449_7"/>
  <p:tag name="KSO_WM_TEMPLATE_MASTER_TYPE" val="0"/>
  <p:tag name="KSO_WM_SLIDE_LAYOUT" val="a_e"/>
  <p:tag name="KSO_WM_SLIDE_LAYOUT_CNT" val="1_1"/>
  <p:tag name="KSO_WM_TAG_VERSION" val="3.0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11bb4cf27c1c04ed20faed94d2387af97d9518"/>
  <p:tag name="KSO_WM_NEWLAYOUT_GROUP_ID" val="layout_10012"/>
  <p:tag name="KSO_WM_NEWLAYOUT_ID" val="slide_ed19c0db6ed585c4"/>
  <p:tag name="KSO_WM_UNIT_PRESET_TEXT" val="单击此处添加标题"/>
</p:tagLst>
</file>

<file path=ppt/tags/tag3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299979983&quot;,&quot;product_name&quot;:&quot;wps-wpp-pc&quot;,&quot;intention_code&quot;:&quot;wps_wpp_generate_outline_pay&quot;}*auto_gallery_3.0.4_Mock_V1_prod*1766829448412_64c5e6_19aa1233edc6-slide-6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8997"/>
  <p:tag name="KSO_WM_TEMPLATE_SLIDE_ID" val="slide_ed19c0db6ed585c4"/>
</p:tagLst>
</file>

<file path=ppt/tags/tag3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9bf37172453736dc0c72c490d9841f93c51770"/>
  <p:tag name="KSO_WM_NEWLAYOUT_GROUP_ID" val="layout_10009"/>
  <p:tag name="KSO_WM_NEWLAYOUT_ID" val="slide_2536ba00920a4d07"/>
  <p:tag name="KSO_WM_UNIT_PRESET_TEXT" val="单击此处添加标题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2/21c23506-2441-4275-9484-7bc6229f0898.jpg?Expires=1798365455\u0026AWSAccessKeyId=AKLT9NSy7kh8TIS1UzNqLRY2\u0026Signature=CRkQI3oKoHEbKOlt23hokD8Xp0w%3D&quot;,&quot;product_name&quot;:&quot;wps-wpp-pc&quot;,&quot;intention_code&quot;:&quot;wps_wpp_generate_outline_pay&quot;}*auto_qingqiu_3.0.4_Mock_V1_prod*1766829448412_64c5e6_19aa1233edc6-slide-14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49386370&quot;,&quot;product_name&quot;:&quot;wps-wpp-pc&quot;,&quot;intention_code&quot;:&quot;wps_wpp_generate_outline_pay&quot;}*auto_gallery_3.0.4_Mock_V1_prod*1766829448412_64c5e6_19aa1233edc6-slide-14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01365663&quot;,&quot;product_name&quot;:&quot;wps-wpp-pc&quot;,&quot;intention_code&quot;:&quot;wps_wpp_generate_outline_pay&quot;}*auto_gallery_3.0.4_Mock_V1_prod*1766829448412_64c5e6_19aa1233edc6-slide-14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8997"/>
  <p:tag name="KSO_WM_TEMPLATE_SLIDE_ID" val="slide_2536ba00920a4d07"/>
</p:tagLst>
</file>

<file path=ppt/tags/tag36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42426e14767f1cf3ba054b88905bd4eae52f4c5"/>
  <p:tag name="KSO_WM_NEWLAYOUT_ID" val="73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6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6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8449"/>
  <p:tag name="KSO_WM_TEMPLATE_CATEGORY" val="custom"/>
  <p:tag name="KSO_WM_SLIDE_INDEX" val="3"/>
  <p:tag name="KSO_WM_SLIDE_ID" val="custom40488449_7"/>
  <p:tag name="KSO_WM_TEMPLATE_MASTER_TYPE" val="0"/>
  <p:tag name="KSO_WM_SLIDE_LAYOUT" val="a_e"/>
  <p:tag name="KSO_WM_SLIDE_LAYOUT_CNT" val="1_1"/>
  <p:tag name="KSO_WM_TAG_VERSION" val="3.0"/>
</p:tagLst>
</file>

<file path=ppt/tags/tag3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4a1788bac5fed7c5f7f94fa64d227637e2249c"/>
  <p:tag name="KSO_WM_NEWLAYOUT_GROUP_ID" val="layout_61"/>
  <p:tag name="KSO_WM_NEWLAYOUT_ID" val="slide_4b930c15976a31a0"/>
  <p:tag name="KSO_WM_UNIT_PRESET_TEXT" val="单击此处添加标题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2/432a9767-8ceb-4be3-8907-a6efba113346.jpg?Expires=1798365455\u0026AWSAccessKeyId=AKLT9NSy7kh8TIS1UzNqLRY2\u0026Signature=vJBKWx9%2FclftkkSxJinC%2FSWiaYw%3D&quot;,&quot;product_name&quot;:&quot;wps-wpp-pc&quot;,&quot;intention_code&quot;:&quot;wps_wpp_generate_outline_pay&quot;}*auto_qingqiu_3.0.4_Mock_V1_prod*1766829448412_64c5e6_19aa1233edc6-slide-11"/>
</p:tagLst>
</file>

<file path=ppt/tags/tag367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70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8997"/>
  <p:tag name="KSO_WM_TEMPLATE_SLIDE_ID" val="slide_4b930c15976a31a0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a36e0b23d4af9d985c802fec1171430b71c5b66"/>
  <p:tag name="KSO_WM_NEWLAYOUT_GROUP_ID" val="layout_34"/>
  <p:tag name="KSO_WM_NEWLAYOUT_ID" val="slide_3833bd97a87af417"/>
  <p:tag name="KSO_WM_UNIT_PRESET_TEXT" val="单击此处添加标题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046619380&quot;,&quot;product_name&quot;:&quot;wps-wpp-pc&quot;,&quot;intention_code&quot;:&quot;wps_wpp_generate_outline_pay&quot;}*auto_gallery_3.0.4_Mock_V1_prod*1766829448412_64c5e6_19aa1233edc6-slide-19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093974152&quot;,&quot;product_name&quot;:&quot;wps-wpp-pc&quot;,&quot;intention_code&quot;:&quot;wps_wpp_generate_outline_pay&quot;}*auto_gallery_3.0.4_Mock_V1_prod*1766829448412_64c5e6_19aa1233edc6-slide-19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8997"/>
  <p:tag name="KSO_WM_TEMPLATE_SLIDE_ID" val="slide_3833bd97a87af417"/>
</p:tagLst>
</file>

<file path=ppt/tags/tag37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42426e14767f1cf3ba054b88905bd4eae52f4c5"/>
  <p:tag name="KSO_WM_NEWLAYOUT_ID" val="73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8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81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8449"/>
  <p:tag name="KSO_WM_TEMPLATE_CATEGORY" val="custom"/>
  <p:tag name="KSO_WM_SLIDE_INDEX" val="3"/>
  <p:tag name="KSO_WM_SLIDE_ID" val="custom40488449_7"/>
  <p:tag name="KSO_WM_TEMPLATE_MASTER_TYPE" val="0"/>
  <p:tag name="KSO_WM_SLIDE_LAYOUT" val="a_e"/>
  <p:tag name="KSO_WM_SLIDE_LAYOUT_CNT" val="1_1"/>
  <p:tag name="KSO_WM_TAG_VERSION" val="3.0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e237cdb5748514367ee6918155fbca31df58fc"/>
  <p:tag name="KSO_WM_NEWLAYOUT_GROUP_ID" val="layout_57"/>
  <p:tag name="KSO_WM_NEWLAYOUT_ID" val="slide_138b38c969135e9e"/>
  <p:tag name="KSO_WM_UNIT_PRESET_TEXT" val="单击此处添加标题"/>
</p:tagLst>
</file>

<file path=ppt/tags/tag38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645426482&quot;,&quot;product_name&quot;:&quot;wps-wpp-pc&quot;,&quot;intention_code&quot;:&quot;wps_wpp_generate_outline_pay&quot;}*auto_gallery_3.0.4_Mock_V1_prod*1766829448412_64c5e6_19aa1233edc6-slide-21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221389829&quot;,&quot;product_name&quot;:&quot;wps-wpp-pc&quot;,&quot;intention_code&quot;:&quot;wps_wpp_generate_outline_pay&quot;}*auto_gallery_3.0.4_Mock_V1_prod*1766829448412_64c5e6_19aa1233edc6-slide-21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976539354&quot;,&quot;product_name&quot;:&quot;wps-wpp-pc&quot;,&quot;intention_code&quot;:&quot;wps_wpp_generate_outline_pay&quot;}*auto_gallery_3.0.4_Mock_V1_prod*1766829448412_64c5e6_19aa1233edc6-slide-21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5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9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8997"/>
  <p:tag name="KSO_WM_TEMPLATE_SLIDE_ID" val="slide_138b38c969135e9e"/>
</p:tagLst>
</file>

<file path=ppt/tags/tag39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9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79aa26556c37107d4c8e662d7a429798e9cc897"/>
  <p:tag name="KSO_WM_NEWLAYOUT_ID" val="738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449"/>
  <p:tag name="KSO_WM_TEMPLATE_CATEGORY" val="custom"/>
</p:tagLst>
</file>

<file path=ppt/tags/tag399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88449"/>
  <p:tag name="KSO_WM_TEMPLATE_CATEGORY" val="custom"/>
  <p:tag name="KSO_WM_SLIDE_INDEX" val="5"/>
  <p:tag name="KSO_WM_SLIDE_ID" val="custom40488449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1_Office 主题">
  <a:themeElements>
    <a:clrScheme name="自定义 386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808080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algn="ctr" blurRad="101600" dir="5400000" dist="50800" rotWithShape="0">
              <a:schemeClr val="phClr">
                <a:alpha val="60000"/>
              </a:schemeClr>
            </a:outerShdw>
          </a:effectLst>
        </a:effectStyle>
        <a:effectStyle>
          <a:effectLst>
            <a:reflection algn="bl" dir="5400000" dist="25400" endA="300" endPos="40000" rotWithShape="0" stA="50000" sy="-100000"/>
          </a:effectLst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听涛——百度贴吧舆情监控平台设计方案</dc:title>
  <dc:creator>ADY-AL00</dc:creator>
  <cp:lastModifiedBy>田朴序</cp:lastModifiedBy>
  <dcterms:created xsi:type="dcterms:W3CDTF">2025-12-24T02:11:47Z</dcterms:created>
  <dcterms:modified xsi:type="dcterms:W3CDTF">2025-12-28T03:19:48Z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ba8d5b8498ad4ea4861e304dded2aeab_23</vt:lpwstr>
  </property>
  <property fmtid="{D5CDD505-2E9C-101B-9397-08002B2CF9AE}" pid="4" name="KSOTemplateUUID">
    <vt:lpwstr>v1.0_ai_69796638997</vt:lpwstr>
  </property>
</Properties>
</file>